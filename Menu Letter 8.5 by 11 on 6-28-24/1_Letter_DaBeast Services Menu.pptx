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10058400" cx="7772400"/>
  <p:notesSz cx="6858000" cy="9144000"/>
  <p:embeddedFontLst>
    <p:embeddedFont>
      <p:font typeface="Play"/>
      <p:regular r:id="rId6"/>
      <p:bold r:id="rId7"/>
    </p:embeddedFont>
    <p:embeddedFont>
      <p:font typeface="Arial Narrow"/>
      <p:regular r:id="rId8"/>
      <p:bold r:id="rId9"/>
      <p:italic r:id="rId10"/>
      <p:boldItalic r:id="rId11"/>
    </p:embeddedFont>
    <p:embeddedFont>
      <p:font typeface="Open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alNarrow-boldItalic.fntdata"/><Relationship Id="rId10" Type="http://schemas.openxmlformats.org/officeDocument/2006/relationships/font" Target="fonts/ArialNarrow-italic.fntdata"/><Relationship Id="rId13" Type="http://schemas.openxmlformats.org/officeDocument/2006/relationships/font" Target="fonts/OpenSans-bold.fntdata"/><Relationship Id="rId12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ArialNarrow-bold.fntdata"/><Relationship Id="rId15" Type="http://schemas.openxmlformats.org/officeDocument/2006/relationships/font" Target="fonts/OpenSans-boldItalic.fntdata"/><Relationship Id="rId14" Type="http://schemas.openxmlformats.org/officeDocument/2006/relationships/font" Target="fonts/OpenSans-italic.fntdata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schemas.openxmlformats.org/officeDocument/2006/relationships/font" Target="fonts/ArialNarr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37848" y="1143000"/>
            <a:ext cx="23823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2237848" y="1143000"/>
            <a:ext cx="23823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82930" y="1646133"/>
            <a:ext cx="6606600" cy="35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la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971550" y="5282989"/>
            <a:ext cx="5829300" cy="24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534353" y="2677584"/>
            <a:ext cx="6703800" cy="6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530305" y="2507618"/>
            <a:ext cx="6703800" cy="4183800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la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530305" y="6731214"/>
            <a:ext cx="6703800" cy="22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700"/>
              <a:buNone/>
              <a:defRPr sz="17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534353" y="2677584"/>
            <a:ext cx="3303300" cy="6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3934778" y="2677584"/>
            <a:ext cx="3303300" cy="6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535365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535365" y="2465705"/>
            <a:ext cx="3288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535365" y="3674110"/>
            <a:ext cx="3288000" cy="54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3934778" y="2465705"/>
            <a:ext cx="33042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3934778" y="3674110"/>
            <a:ext cx="3304200" cy="54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535365" y="670560"/>
            <a:ext cx="2506800" cy="2346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304282" y="1448225"/>
            <a:ext cx="3934800" cy="7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3937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1pPr>
            <a:lvl2pPr indent="-3746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365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4pPr>
            <a:lvl5pPr indent="-3365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5pPr>
            <a:lvl6pPr indent="-3365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6pPr>
            <a:lvl7pPr indent="-3365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7pPr>
            <a:lvl8pPr indent="-3365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8pPr>
            <a:lvl9pPr indent="-3365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535365" y="3017521"/>
            <a:ext cx="25068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535365" y="670560"/>
            <a:ext cx="2506800" cy="2346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304282" y="1448225"/>
            <a:ext cx="3934800" cy="7148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535365" y="3017521"/>
            <a:ext cx="25068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695048" y="2516784"/>
            <a:ext cx="6382200" cy="6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2138198" y="3959567"/>
            <a:ext cx="85239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262381" y="2332067"/>
            <a:ext cx="8523900" cy="49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34353" y="2677584"/>
            <a:ext cx="6703800" cy="6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3746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65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534353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5489258" y="9322649"/>
            <a:ext cx="1749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dabeastservice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0" y="-99864"/>
            <a:ext cx="7772400" cy="1024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1618795"/>
            <a:ext cx="7772400" cy="85254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3968074" y="4554383"/>
            <a:ext cx="3601200" cy="1890600"/>
          </a:xfrm>
          <a:prstGeom prst="roundRect">
            <a:avLst>
              <a:gd fmla="val 4489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672149" y="261862"/>
            <a:ext cx="60555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DaBeast Catering LLC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ull face with horns&#10;&#10;Description automatically generated" id="93" name="Google Shape;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262" y="271257"/>
            <a:ext cx="1094725" cy="109472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202991" y="1835959"/>
            <a:ext cx="3765300" cy="41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Breakfast</a:t>
            </a:r>
            <a:br>
              <a:rPr b="0" i="0" lang="en-US" sz="4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b="0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Monte Cristo w/ House Syrup ………………………………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15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Waffle Breakfast Tacos …..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16</a:t>
            </a:r>
            <a:br>
              <a:rPr b="0" i="0" lang="en-US" sz="6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b="0" i="0" sz="9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1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Made from the freshest plantains</a:t>
            </a:r>
            <a:endParaRPr b="0" i="1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Signature French Toast ….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13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81000" lvl="0" marL="381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Queso Frito ………………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12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b="0" i="1" lang="en-US" sz="15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cheese w/ guava marmalade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4035369" y="1835964"/>
            <a:ext cx="3491700" cy="5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Lunch / Dinner</a:t>
            </a:r>
            <a:br>
              <a:rPr b="0" i="0" lang="en-US" sz="4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b="0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Arroz con Pollo Plate  ….…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14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b="0" i="0" lang="en-US" sz="15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Rice, beans w/ smoked chicken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Pinchos …………………….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16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b="0" i="1" lang="en-US" sz="15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Smoked chicken skewers</a:t>
            </a:r>
            <a:r>
              <a:rPr b="0" i="0" lang="en-US" sz="15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Sides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381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Platanos Maduros ..............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b="0" i="1" lang="en-US" sz="15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Sweet plaintains</a:t>
            </a:r>
            <a:endParaRPr b="0" i="1" sz="15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81000" lvl="0" marL="381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Tostones ……………………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Crisped plantains</a:t>
            </a:r>
            <a:endParaRPr b="0" i="0" sz="15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81000" lvl="0" marL="381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Arroz con Pollo …………….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br>
              <a:rPr b="1" i="0" lang="en-US" sz="6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b="1" i="0" sz="9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br>
              <a:rPr b="0" i="0" lang="en-US" sz="6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b="0" i="0" sz="9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48115" y="6478020"/>
            <a:ext cx="3620100" cy="21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Desserts</a:t>
            </a:r>
            <a:endParaRPr b="1" i="0" sz="26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Oreos ………………..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Cheesecake Bites ….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6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Limber De Coco (Ice Cream) …………………………….…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b="1" i="0" sz="1500" u="none" cap="none" strike="noStrike">
              <a:solidFill>
                <a:srgbClr val="8CD8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13"/>
          <p:cNvCxnSpPr/>
          <p:nvPr/>
        </p:nvCxnSpPr>
        <p:spPr>
          <a:xfrm>
            <a:off x="176323" y="2528017"/>
            <a:ext cx="7350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13"/>
          <p:cNvCxnSpPr/>
          <p:nvPr/>
        </p:nvCxnSpPr>
        <p:spPr>
          <a:xfrm>
            <a:off x="176323" y="7266902"/>
            <a:ext cx="7350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13"/>
          <p:cNvSpPr txBox="1"/>
          <p:nvPr/>
        </p:nvSpPr>
        <p:spPr>
          <a:xfrm>
            <a:off x="4043496" y="6478014"/>
            <a:ext cx="3491700" cy="27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Beverages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Guanabana ………………...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1003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 Narrow"/>
              <a:buChar char="○"/>
            </a:pPr>
            <a:r>
              <a:rPr b="0" i="1" lang="en-US" sz="15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Creamy tart drink derived</a:t>
            </a:r>
            <a:br>
              <a:rPr i="1" lang="en-US" sz="15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0" i="1" lang="en-US" sz="15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from indigenous fruit </a:t>
            </a:r>
            <a:r>
              <a:rPr b="0" i="0" lang="en-US" sz="15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☺</a:t>
            </a:r>
            <a:endParaRPr b="0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Tamarindo ………………….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b="0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Soft Drinks ………………….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 b="0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Water ………………………..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qr code with black squares&#10;&#10;Description automatically generated" id="100" name="Google Shape;1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6019" y="8651445"/>
            <a:ext cx="782375" cy="78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170226" y="9523661"/>
            <a:ext cx="34383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9DAF8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https://dabeastservices.com</a:t>
            </a:r>
            <a:endParaRPr b="0" i="1" sz="1800" u="none" cap="none" strike="noStrike">
              <a:solidFill>
                <a:srgbClr val="C9DAF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4219851" y="895974"/>
            <a:ext cx="32106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(719) 551-9409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