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10058400" cx="7772400"/>
  <p:notesSz cx="6858000" cy="9144000"/>
  <p:embeddedFontLst>
    <p:embeddedFont>
      <p:font typeface="Play"/>
      <p:regular r:id="rId6"/>
      <p:bold r:id="rId7"/>
    </p:embeddedFont>
    <p:embeddedFont>
      <p:font typeface="Arial Narrow"/>
      <p:regular r:id="rId8"/>
      <p:bold r:id="rId9"/>
      <p:italic r:id="rId10"/>
      <p:boldItalic r:id="rId11"/>
    </p:embeddedFont>
    <p:embeddedFont>
      <p:font typeface="Open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Narrow-boldItalic.fntdata"/><Relationship Id="rId10" Type="http://schemas.openxmlformats.org/officeDocument/2006/relationships/font" Target="fonts/ArialNarrow-italic.fntdata"/><Relationship Id="rId13" Type="http://schemas.openxmlformats.org/officeDocument/2006/relationships/font" Target="fonts/OpenSans-bold.fntdata"/><Relationship Id="rId12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ArialNarrow-bold.fntdata"/><Relationship Id="rId15" Type="http://schemas.openxmlformats.org/officeDocument/2006/relationships/font" Target="fonts/OpenSans-boldItalic.fntdata"/><Relationship Id="rId14" Type="http://schemas.openxmlformats.org/officeDocument/2006/relationships/font" Target="fonts/OpenSans-italic.fntdata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schemas.openxmlformats.org/officeDocument/2006/relationships/font" Target="fonts/ArialNa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37846" y="1143000"/>
            <a:ext cx="23823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237846" y="1143000"/>
            <a:ext cx="23823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82930" y="1646133"/>
            <a:ext cx="6606600" cy="35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la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971550" y="5282989"/>
            <a:ext cx="5829300" cy="24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534353" y="2677584"/>
            <a:ext cx="6703800" cy="6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530305" y="2507618"/>
            <a:ext cx="6703800" cy="41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la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530305" y="6731214"/>
            <a:ext cx="6703800" cy="22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700"/>
              <a:buNone/>
              <a:defRPr sz="17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300"/>
              <a:buNone/>
              <a:defRPr sz="13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534353" y="2677584"/>
            <a:ext cx="3303300" cy="6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3934778" y="2677584"/>
            <a:ext cx="3303300" cy="6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535365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535365" y="2465705"/>
            <a:ext cx="3288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535365" y="3674110"/>
            <a:ext cx="3288000" cy="54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3934778" y="2465705"/>
            <a:ext cx="33042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3934778" y="3674110"/>
            <a:ext cx="3304200" cy="54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535365" y="670560"/>
            <a:ext cx="2506800" cy="2346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304282" y="1448225"/>
            <a:ext cx="3934800" cy="7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937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 sz="2600"/>
            </a:lvl1pPr>
            <a:lvl2pPr indent="-3746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365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4pPr>
            <a:lvl5pPr indent="-3365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5pPr>
            <a:lvl6pPr indent="-3365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6pPr>
            <a:lvl7pPr indent="-3365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7pPr>
            <a:lvl8pPr indent="-3365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8pPr>
            <a:lvl9pPr indent="-3365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535365" y="3017521"/>
            <a:ext cx="25068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535365" y="670560"/>
            <a:ext cx="2506800" cy="2346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304282" y="1448225"/>
            <a:ext cx="3934800" cy="7147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535365" y="3017521"/>
            <a:ext cx="25068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695048" y="2516784"/>
            <a:ext cx="6382200" cy="6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2138198" y="3959567"/>
            <a:ext cx="85239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262381" y="2332067"/>
            <a:ext cx="8523900" cy="49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355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indent="-355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4pPr>
            <a:lvl5pPr indent="-355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5pPr>
            <a:lvl6pPr indent="-355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indent="-355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7pPr>
            <a:lvl8pPr indent="-355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8pPr>
            <a:lvl9pPr indent="-355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34353" y="535519"/>
            <a:ext cx="67038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34353" y="2677584"/>
            <a:ext cx="6703800" cy="6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rmAutofit/>
          </a:bodyPr>
          <a:lstStyle>
            <a:lvl1pPr indent="-3746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65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534353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574608" y="9322649"/>
            <a:ext cx="26232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5489258" y="9322649"/>
            <a:ext cx="17487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dabeastservic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0" y="-99864"/>
            <a:ext cx="7772400" cy="10244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1618788"/>
            <a:ext cx="7772400" cy="85254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672149" y="261862"/>
            <a:ext cx="60555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DaBeast Catering LLC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ull face with horns&#10;&#10;Description automatically generated" id="92" name="Google Shape;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262" y="271257"/>
            <a:ext cx="1094725" cy="109472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303733" y="2150208"/>
            <a:ext cx="71271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Lunch / Dinner</a:t>
            </a:r>
            <a:endParaRPr b="0" i="0" sz="4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4925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 Narrow"/>
              <a:buChar char="●"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Cheeseburger</a:t>
            </a:r>
            <a:r>
              <a:rPr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……………………………....................................</a:t>
            </a:r>
            <a:r>
              <a:rPr lang="en-US" sz="20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.</a:t>
            </a:r>
            <a:r>
              <a:rPr b="0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12</a:t>
            </a:r>
            <a:endParaRPr b="1" i="0" sz="2000" u="none" cap="none" strike="noStrike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4925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 Narrow"/>
              <a:buChar char="●"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Beer Brat </a:t>
            </a:r>
            <a:r>
              <a:rPr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………………………………....................................</a:t>
            </a:r>
            <a:r>
              <a:rPr lang="en-US" sz="2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.</a:t>
            </a:r>
            <a:r>
              <a:rPr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.....</a:t>
            </a:r>
            <a:r>
              <a:rPr b="0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7</a:t>
            </a:r>
            <a:endParaRPr b="1" i="0" sz="2000" u="none" cap="none" strike="noStrike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81000" lvl="1" marL="1003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Char char="○"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Meal deal: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Chips and drink ………………</a:t>
            </a:r>
            <a:r>
              <a:rPr lang="en-US" sz="2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.…</a:t>
            </a:r>
            <a:r>
              <a:rPr lang="en-US" sz="2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</a:t>
            </a:r>
            <a:r>
              <a:rPr lang="en-US" sz="2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..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Add 3</a:t>
            </a:r>
            <a:endParaRPr b="1" i="0" sz="2000" u="none" cap="none" strike="noStrike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1003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4925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 Narrow"/>
              <a:buChar char="●"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Pastelillos </a:t>
            </a:r>
            <a:r>
              <a:rPr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………………………………........................................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.</a:t>
            </a:r>
            <a:r>
              <a:rPr lang="en-US" sz="20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b="1" i="0" sz="2000" u="none" cap="none" strike="noStrike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81000" lvl="1" marL="1003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Narrow"/>
              <a:buChar char="○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Stuffed fried empanadas (beef and cheese)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br>
              <a:rPr b="0" i="0" lang="en-US" sz="6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b="0" i="0" sz="9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337577" y="5640139"/>
            <a:ext cx="3357300" cy="27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Desserts</a:t>
            </a:r>
            <a:endParaRPr b="1" i="0" sz="26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77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   Limber De Coco (Ice Cream)</a:t>
            </a:r>
            <a:r>
              <a:rPr b="0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b="0" i="0" sz="2000" u="none" cap="none" strike="noStrike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    ……………………………….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Oreos ………………..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5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Fried Cheesecake Bites ….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6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13"/>
          <p:cNvCxnSpPr/>
          <p:nvPr/>
        </p:nvCxnSpPr>
        <p:spPr>
          <a:xfrm>
            <a:off x="176323" y="2844294"/>
            <a:ext cx="7350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13"/>
          <p:cNvCxnSpPr/>
          <p:nvPr/>
        </p:nvCxnSpPr>
        <p:spPr>
          <a:xfrm>
            <a:off x="176323" y="6352823"/>
            <a:ext cx="7350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13"/>
          <p:cNvSpPr txBox="1"/>
          <p:nvPr/>
        </p:nvSpPr>
        <p:spPr>
          <a:xfrm>
            <a:off x="4043496" y="5640135"/>
            <a:ext cx="3491700" cy="40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Beverages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Guanabana ………………...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b="0" i="1" lang="en-US" sz="15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Creamy tart drink derived</a:t>
            </a:r>
            <a:br>
              <a:rPr i="1" lang="en-US" sz="15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i="1" lang="en-US" sz="15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	</a:t>
            </a:r>
            <a:r>
              <a:rPr b="0" i="1" lang="en-US" sz="15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from indigenous fruit </a:t>
            </a:r>
            <a:r>
              <a:rPr b="0" i="0" lang="en-US" sz="15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☺</a:t>
            </a:r>
            <a:endParaRPr b="0" i="0" sz="15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04800" lvl="0" marL="304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20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Tamarindo ………………….. </a:t>
            </a:r>
            <a:r>
              <a:rPr b="1" lang="en-US" sz="2000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4</a:t>
            </a:r>
            <a:endParaRPr b="1" sz="200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8CD87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Soft Drinks ………………….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endParaRPr b="0" i="0" sz="2000" u="none" cap="none" strike="noStrik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04800" lvl="0" marL="30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Water ……………………….. </a:t>
            </a:r>
            <a:r>
              <a:rPr b="1" i="0" lang="en-US" sz="2000" u="none" cap="none" strike="noStrike">
                <a:solidFill>
                  <a:srgbClr val="8CD872"/>
                </a:solidFill>
                <a:latin typeface="Arial Narrow"/>
                <a:ea typeface="Arial Narrow"/>
                <a:cs typeface="Arial Narrow"/>
                <a:sym typeface="Arial Narrow"/>
              </a:rPr>
              <a:t>3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607282" y="895974"/>
            <a:ext cx="28233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(719) 551-9409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qr code with black squares&#10;&#10;Description automatically generated" id="99" name="Google Shape;9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6019" y="8575245"/>
            <a:ext cx="782375" cy="78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170226" y="9447461"/>
            <a:ext cx="34383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9DAF8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https://dabeastservices.com</a:t>
            </a:r>
            <a:endParaRPr b="0" i="1" sz="1800" u="none" cap="none" strike="noStrike">
              <a:solidFill>
                <a:srgbClr val="C9DAF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