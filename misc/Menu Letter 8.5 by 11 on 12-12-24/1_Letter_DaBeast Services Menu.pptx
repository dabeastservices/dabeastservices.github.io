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7772400" cy="10058400"/>
  <p:notesSz cx="6858000" cy="9144000"/>
  <p:embeddedFontLst>
    <p:embeddedFont>
      <p:font typeface="Arial Narrow" panose="020B0606020202030204" pitchFamily="34" charset="0"/>
      <p:regular r:id="rId4"/>
      <p:bold r:id="rId5"/>
      <p:italic r:id="rId6"/>
      <p:boldItalic r:id="rId7"/>
    </p:embeddedFont>
    <p:embeddedFont>
      <p:font typeface="Open Sans" panose="020B0604020202020204" charset="0"/>
      <p:regular r:id="rId8"/>
      <p:bold r:id="rId9"/>
      <p:italic r:id="rId10"/>
      <p:boldItalic r:id="rId11"/>
    </p:embeddedFont>
    <p:embeddedFont>
      <p:font typeface="Play" panose="020B0604020202020204" charset="0"/>
      <p:regular r:id="rId12"/>
      <p:bold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D8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6" d="100"/>
          <a:sy n="46" d="100"/>
        </p:scale>
        <p:origin x="90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viewProps" Target="viewProp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237848" y="1143000"/>
            <a:ext cx="23823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2930" y="1646133"/>
            <a:ext cx="66066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Play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800" cy="19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534353" y="2677584"/>
            <a:ext cx="6703800" cy="6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1pPr>
            <a:lvl2pPr marL="914400" lvl="1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4pPr>
            <a:lvl5pPr marL="2286000" lvl="4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5pPr>
            <a:lvl6pPr marL="2743200" lvl="5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530305" y="2507618"/>
            <a:ext cx="6703800" cy="41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Play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530305" y="6731214"/>
            <a:ext cx="6703800" cy="22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700"/>
              <a:buNone/>
              <a:defRPr sz="17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800" cy="19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534353" y="2677584"/>
            <a:ext cx="3303300" cy="6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1pPr>
            <a:lvl2pPr marL="914400" lvl="1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4pPr>
            <a:lvl5pPr marL="2286000" lvl="4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5pPr>
            <a:lvl6pPr marL="2743200" lvl="5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3934778" y="2677584"/>
            <a:ext cx="3303300" cy="6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1pPr>
            <a:lvl2pPr marL="914400" lvl="1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4pPr>
            <a:lvl5pPr marL="2286000" lvl="4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5pPr>
            <a:lvl6pPr marL="2743200" lvl="5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535365" y="535519"/>
            <a:ext cx="6703800" cy="19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535365" y="2465705"/>
            <a:ext cx="3288000" cy="12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535365" y="3674110"/>
            <a:ext cx="3288000" cy="54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1pPr>
            <a:lvl2pPr marL="914400" lvl="1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4pPr>
            <a:lvl5pPr marL="2286000" lvl="4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5pPr>
            <a:lvl6pPr marL="2743200" lvl="5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3934778" y="2465705"/>
            <a:ext cx="3304200" cy="12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3934778" y="3674110"/>
            <a:ext cx="3304200" cy="54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1pPr>
            <a:lvl2pPr marL="914400" lvl="1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4pPr>
            <a:lvl5pPr marL="2286000" lvl="4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5pPr>
            <a:lvl6pPr marL="2743200" lvl="5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800" cy="19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535365" y="670560"/>
            <a:ext cx="2506800" cy="23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Play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3304282" y="1448225"/>
            <a:ext cx="3934800" cy="7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937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/>
            </a:lvl1pPr>
            <a:lvl2pPr marL="914400" lvl="1" indent="-3746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Char char="•"/>
              <a:defRPr sz="2300"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365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4pPr>
            <a:lvl5pPr marL="2286000" lvl="4" indent="-3365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5pPr>
            <a:lvl6pPr marL="2743200" lvl="5" indent="-3365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6pPr>
            <a:lvl7pPr marL="3200400" lvl="6" indent="-3365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7pPr>
            <a:lvl8pPr marL="3657600" lvl="7" indent="-3365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8pPr>
            <a:lvl9pPr marL="4114800" lvl="8" indent="-3365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535365" y="3017521"/>
            <a:ext cx="2506800" cy="55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535365" y="670560"/>
            <a:ext cx="2506800" cy="23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Play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3304282" y="1448225"/>
            <a:ext cx="3934800" cy="7148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535365" y="3017521"/>
            <a:ext cx="2506800" cy="55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800" cy="19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695048" y="2516784"/>
            <a:ext cx="6382200" cy="6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1pPr>
            <a:lvl2pPr marL="914400" lvl="1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4pPr>
            <a:lvl5pPr marL="2286000" lvl="4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5pPr>
            <a:lvl6pPr marL="2743200" lvl="5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2138198" y="3959567"/>
            <a:ext cx="8523900" cy="16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-1262381" y="2332067"/>
            <a:ext cx="8523900" cy="49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1pPr>
            <a:lvl2pPr marL="914400" lvl="1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4pPr>
            <a:lvl5pPr marL="2286000" lvl="4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5pPr>
            <a:lvl6pPr marL="2743200" lvl="5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800" cy="19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534353" y="2677584"/>
            <a:ext cx="6703800" cy="6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marR="0" lvl="0" indent="-3746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Char char="•"/>
              <a:defRPr sz="2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65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90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dabeastservices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>
            <a:off x="0" y="-99864"/>
            <a:ext cx="7772400" cy="10244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0" y="1618795"/>
            <a:ext cx="7772400" cy="85254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3968074" y="4401355"/>
            <a:ext cx="3601200" cy="2248058"/>
          </a:xfrm>
          <a:prstGeom prst="roundRect">
            <a:avLst>
              <a:gd name="adj" fmla="val 4489"/>
            </a:avLst>
          </a:prstGeom>
          <a:solidFill>
            <a:srgbClr val="3F3F3F"/>
          </a:solidFill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672149" y="261862"/>
            <a:ext cx="60555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lang="en-US" sz="3700" b="1" i="0" u="none" strike="noStrike" cap="none" dirty="0" err="1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DaBeast</a:t>
            </a:r>
            <a:r>
              <a:rPr lang="en-US" sz="3700" b="1" i="0" u="none" strike="noStrike" cap="none" dirty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700" i="0" u="none" strike="noStrike" cap="none" dirty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Catering LLC</a:t>
            </a:r>
            <a:endParaRPr sz="150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" name="Google Shape;93;p13" descr="A bull face with horn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3262" y="271257"/>
            <a:ext cx="1094725" cy="1094726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3"/>
          <p:cNvSpPr txBox="1"/>
          <p:nvPr/>
        </p:nvSpPr>
        <p:spPr>
          <a:xfrm>
            <a:off x="203126" y="1735751"/>
            <a:ext cx="3765300" cy="41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-US" sz="4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Breakfast</a:t>
            </a:r>
            <a:br>
              <a:rPr lang="en-US" sz="4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2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Monte Cristo w/ House Syrup ………………………………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15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5080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Waffle Breakfast Tacos …..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16</a:t>
            </a:r>
            <a:br>
              <a:rPr lang="en-US" sz="6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9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5080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     Made from the freshest </a:t>
            </a:r>
            <a:r>
              <a:rPr lang="en-US" sz="1500" b="1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plantains</a:t>
            </a:r>
            <a:endParaRPr sz="2000" b="1" i="1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Signature French Toast ….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13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810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Queso Frito ………………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12</a:t>
            </a:r>
            <a:endParaRPr lang="en-US"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            </a:t>
            </a: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</a:t>
            </a:r>
            <a:r>
              <a:rPr lang="en-US" sz="1500" b="1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cheese</a:t>
            </a: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w/ </a:t>
            </a:r>
            <a:r>
              <a:rPr lang="en-US" sz="1500" b="1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guava marmalade</a:t>
            </a:r>
            <a:endParaRPr lang="en-US" sz="15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3"/>
          <p:cNvSpPr txBox="1"/>
          <p:nvPr/>
        </p:nvSpPr>
        <p:spPr>
          <a:xfrm>
            <a:off x="4035504" y="1773334"/>
            <a:ext cx="3491700" cy="5626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-US" sz="4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Lunch / Dinner</a:t>
            </a:r>
            <a:br>
              <a:rPr lang="en-US" sz="4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2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Arroz con Pollo Plate  ….…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14</a:t>
            </a: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	</a:t>
            </a:r>
            <a:r>
              <a:rPr lang="en-US" sz="1500" b="1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Rice</a:t>
            </a: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, </a:t>
            </a:r>
            <a:r>
              <a:rPr lang="en-US" sz="1500" b="1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beans</a:t>
            </a: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w/ </a:t>
            </a:r>
            <a:r>
              <a:rPr lang="en-US" sz="1500" b="1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smoked chicken</a:t>
            </a:r>
            <a:endParaRPr sz="1500" b="1" i="1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 err="1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Pinchos</a:t>
            </a: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…………………….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16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	</a:t>
            </a: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Smoked </a:t>
            </a:r>
            <a:r>
              <a:rPr lang="en-US" sz="1500" b="1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chicken skewers</a:t>
            </a:r>
            <a:r>
              <a:rPr lang="en-US" sz="15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 </a:t>
            </a:r>
            <a:endParaRPr sz="15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br>
              <a:rPr lang="en-US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r>
              <a:rPr lang="en-US" sz="2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Sides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810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 err="1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Platanos</a:t>
            </a: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Maduros ...............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	</a:t>
            </a: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Sweet </a:t>
            </a:r>
            <a:r>
              <a:rPr lang="en-US" sz="1500" b="1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plantains</a:t>
            </a:r>
            <a:endParaRPr sz="1500" b="1" i="1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810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 err="1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Tostones</a:t>
            </a: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……………………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endParaRPr lang="en-US"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5080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        Crisped </a:t>
            </a:r>
            <a:r>
              <a:rPr lang="en-US" sz="1500" b="1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plantains</a:t>
            </a:r>
            <a:endParaRPr lang="en-US" sz="1500" b="1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42900" indent="-342900">
              <a:buClr>
                <a:schemeClr val="lt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Arroz con Pollo ....................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endParaRPr lang="en-US" sz="2000" b="1" dirty="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42900" indent="-342900">
              <a:buClr>
                <a:schemeClr val="lt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Beans ..................................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</a:p>
          <a:p>
            <a:pPr marL="3810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endParaRPr lang="en-US" sz="2000" b="1" i="0" u="none" strike="noStrike" cap="none" dirty="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</a:pPr>
            <a:br>
              <a:rPr lang="en-US" sz="6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lang="en-US" sz="900" b="1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br>
              <a:rPr lang="en-US" sz="6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9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348115" y="6598074"/>
            <a:ext cx="3620100" cy="21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-US" sz="4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Desserts</a:t>
            </a:r>
            <a:endParaRPr sz="2600" b="1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Oreos ………………..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Cheesecake Bites </a:t>
            </a:r>
            <a:r>
              <a:rPr lang="en-US" sz="2000" b="0" i="0" u="none" strike="noStrike" cap="non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…. </a:t>
            </a:r>
            <a:r>
              <a:rPr lang="en-US" sz="2000" b="1" i="0" u="none" strike="noStrike" cap="non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7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Limber De Coco (Ice Cream) …………………………….…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endParaRPr sz="1500" b="1" i="0" u="none" strike="noStrike" cap="none" dirty="0">
              <a:solidFill>
                <a:srgbClr val="8CD87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" name="Google Shape;97;p13"/>
          <p:cNvCxnSpPr/>
          <p:nvPr/>
        </p:nvCxnSpPr>
        <p:spPr>
          <a:xfrm>
            <a:off x="176323" y="2490439"/>
            <a:ext cx="73509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98" name="Google Shape;98;p13"/>
          <p:cNvCxnSpPr/>
          <p:nvPr/>
        </p:nvCxnSpPr>
        <p:spPr>
          <a:xfrm>
            <a:off x="176323" y="7340642"/>
            <a:ext cx="73509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9" name="Google Shape;99;p13"/>
          <p:cNvSpPr txBox="1"/>
          <p:nvPr/>
        </p:nvSpPr>
        <p:spPr>
          <a:xfrm>
            <a:off x="4043496" y="6598068"/>
            <a:ext cx="3491700" cy="317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-US" sz="4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Beverages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Guanabana …………….... </a:t>
            </a:r>
            <a:r>
              <a:rPr lang="en-US" sz="20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4.5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003300" marR="0" lvl="1" indent="-349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 Narrow"/>
              <a:buChar char="○"/>
            </a:pP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Creamy tart drink derived</a:t>
            </a:r>
            <a:br>
              <a:rPr lang="en-US" sz="1500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from indigenous fruit </a:t>
            </a:r>
            <a:r>
              <a:rPr lang="en-US" sz="15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☺</a:t>
            </a:r>
            <a:br>
              <a:rPr lang="en-US" sz="15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2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Soft Drinks ………………….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3</a:t>
            </a:r>
            <a:endParaRPr lang="en-US"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003300" marR="0" lvl="1" indent="-349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 Narrow"/>
              <a:buChar char="○"/>
            </a:pP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Gatorade</a:t>
            </a:r>
            <a:r>
              <a:rPr lang="en-US" sz="1500" b="0" i="1" u="none" strike="noStrike" cap="non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, Red Bull</a:t>
            </a: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, Coke,</a:t>
            </a:r>
            <a:b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Sprite, Fanta, Iced Tea, etc.</a:t>
            </a:r>
            <a:endParaRPr sz="2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Water ………………………..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3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3"/>
          <p:cNvSpPr txBox="1"/>
          <p:nvPr/>
        </p:nvSpPr>
        <p:spPr>
          <a:xfrm>
            <a:off x="170226" y="9591846"/>
            <a:ext cx="3438300" cy="3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1" u="none" strike="noStrike" cap="none" dirty="0">
                <a:solidFill>
                  <a:srgbClr val="8CD87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https://dabeastservices.com</a:t>
            </a:r>
            <a:endParaRPr sz="1800" b="0" i="1" u="none" strike="noStrike" cap="none" dirty="0">
              <a:solidFill>
                <a:srgbClr val="8CD87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3"/>
          <p:cNvSpPr txBox="1"/>
          <p:nvPr/>
        </p:nvSpPr>
        <p:spPr>
          <a:xfrm>
            <a:off x="4219851" y="895974"/>
            <a:ext cx="3210600" cy="3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1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(719</a:t>
            </a:r>
            <a:r>
              <a:rPr lang="en-US" sz="1800" b="0" i="1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 243-2541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A806B78-C153-400F-B57B-8673A54E156B}"/>
              </a:ext>
            </a:extLst>
          </p:cNvPr>
          <p:cNvGrpSpPr/>
          <p:nvPr/>
        </p:nvGrpSpPr>
        <p:grpSpPr>
          <a:xfrm>
            <a:off x="2518410" y="1873759"/>
            <a:ext cx="815274" cy="523220"/>
            <a:chOff x="2415540" y="1937095"/>
            <a:chExt cx="815274" cy="52322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DABB7302-9200-4EB8-834D-41C2E8AB98B7}"/>
                </a:ext>
              </a:extLst>
            </p:cNvPr>
            <p:cNvSpPr txBox="1"/>
            <p:nvPr/>
          </p:nvSpPr>
          <p:spPr>
            <a:xfrm>
              <a:off x="2438609" y="1937095"/>
              <a:ext cx="79220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Served</a:t>
              </a:r>
              <a:br>
                <a:rPr lang="en-US" b="1" dirty="0">
                  <a:solidFill>
                    <a:schemeClr val="bg1"/>
                  </a:solidFill>
                </a:rPr>
              </a:br>
              <a:r>
                <a:rPr lang="en-US" b="1" dirty="0">
                  <a:solidFill>
                    <a:schemeClr val="bg1"/>
                  </a:solidFill>
                </a:rPr>
                <a:t>All Day</a:t>
              </a:r>
            </a:p>
          </p:txBody>
        </p:sp>
        <p:sp>
          <p:nvSpPr>
            <p:cNvPr id="3" name="Double Bracket 2">
              <a:extLst>
                <a:ext uri="{FF2B5EF4-FFF2-40B4-BE49-F238E27FC236}">
                  <a16:creationId xmlns:a16="http://schemas.microsoft.com/office/drawing/2014/main" id="{CCB601EF-72F0-41E7-AEA2-31CBECDBABFC}"/>
                </a:ext>
              </a:extLst>
            </p:cNvPr>
            <p:cNvSpPr/>
            <p:nvPr/>
          </p:nvSpPr>
          <p:spPr>
            <a:xfrm>
              <a:off x="2415540" y="1937095"/>
              <a:ext cx="799871" cy="523220"/>
            </a:xfrm>
            <a:prstGeom prst="bracketPair">
              <a:avLst>
                <a:gd name="adj" fmla="val 14118"/>
              </a:avLst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9" name="Google Shape;100;p13" descr="A qr code with black squares&#10;&#10;Description automatically generated">
            <a:extLst>
              <a:ext uri="{FF2B5EF4-FFF2-40B4-BE49-F238E27FC236}">
                <a16:creationId xmlns:a16="http://schemas.microsoft.com/office/drawing/2014/main" id="{D2AA4717-18A3-41CB-82B2-C923DD4516E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36019" y="8808892"/>
            <a:ext cx="782375" cy="782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162</Words>
  <Application>Microsoft Office PowerPoint</Application>
  <PresentationFormat>Custom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Open Sans</vt:lpstr>
      <vt:lpstr>Arial Narrow</vt:lpstr>
      <vt:lpstr>Arial</vt:lpstr>
      <vt:lpstr>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Simeon Wuthier</dc:creator>
  <cp:lastModifiedBy>Simeon Wuthier</cp:lastModifiedBy>
  <cp:revision>14</cp:revision>
  <dcterms:modified xsi:type="dcterms:W3CDTF">2025-12-06T00:05:25Z</dcterms:modified>
</cp:coreProperties>
</file>