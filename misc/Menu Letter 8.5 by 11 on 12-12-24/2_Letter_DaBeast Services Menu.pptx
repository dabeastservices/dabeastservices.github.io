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9" r:id="rId1"/>
  </p:sldMasterIdLst>
  <p:notesMasterIdLst>
    <p:notesMasterId r:id="rId3"/>
  </p:notesMasterIdLst>
  <p:sldIdLst>
    <p:sldId id="256" r:id="rId2"/>
  </p:sldIdLst>
  <p:sldSz cx="7772400" cy="10058400"/>
  <p:notesSz cx="6858000" cy="9144000"/>
  <p:embeddedFontLst>
    <p:embeddedFont>
      <p:font typeface="Arial Narrow" panose="020B0606020202030204" pitchFamily="34" charset="0"/>
      <p:regular r:id="rId4"/>
      <p:bold r:id="rId5"/>
      <p:italic r:id="rId6"/>
      <p:boldItalic r:id="rId7"/>
    </p:embeddedFont>
    <p:embeddedFont>
      <p:font typeface="Open Sans" panose="020B0604020202020204" charset="0"/>
      <p:regular r:id="rId8"/>
      <p:bold r:id="rId9"/>
      <p:italic r:id="rId10"/>
      <p:boldItalic r:id="rId11"/>
    </p:embeddedFont>
    <p:embeddedFont>
      <p:font typeface="Play" panose="020B0604020202020204" charset="0"/>
      <p:regular r:id="rId12"/>
      <p:bold r:id="rId13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8CD87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20"/>
    <p:restoredTop sz="94660"/>
  </p:normalViewPr>
  <p:slideViewPr>
    <p:cSldViewPr snapToGrid="0">
      <p:cViewPr varScale="1">
        <p:scale>
          <a:sx n="49" d="100"/>
          <a:sy n="49" d="100"/>
        </p:scale>
        <p:origin x="828" y="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font" Target="fonts/font5.fntdata"/><Relationship Id="rId13" Type="http://schemas.openxmlformats.org/officeDocument/2006/relationships/font" Target="fonts/font10.fntdata"/><Relationship Id="rId3" Type="http://schemas.openxmlformats.org/officeDocument/2006/relationships/notesMaster" Target="notesMasters/notesMaster1.xml"/><Relationship Id="rId7" Type="http://schemas.openxmlformats.org/officeDocument/2006/relationships/font" Target="fonts/font4.fntdata"/><Relationship Id="rId12" Type="http://schemas.openxmlformats.org/officeDocument/2006/relationships/font" Target="fonts/font9.fntdata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font" Target="fonts/font3.fntdata"/><Relationship Id="rId11" Type="http://schemas.openxmlformats.org/officeDocument/2006/relationships/font" Target="fonts/font8.fntdata"/><Relationship Id="rId5" Type="http://schemas.openxmlformats.org/officeDocument/2006/relationships/font" Target="fonts/font2.fntdata"/><Relationship Id="rId15" Type="http://schemas.openxmlformats.org/officeDocument/2006/relationships/viewProps" Target="viewProps.xml"/><Relationship Id="rId10" Type="http://schemas.openxmlformats.org/officeDocument/2006/relationships/font" Target="fonts/font7.fntdata"/><Relationship Id="rId4" Type="http://schemas.openxmlformats.org/officeDocument/2006/relationships/font" Target="fonts/font1.fntdata"/><Relationship Id="rId9" Type="http://schemas.openxmlformats.org/officeDocument/2006/relationships/font" Target="fonts/font6.fntdata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2237846" y="1143000"/>
            <a:ext cx="23823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2236788" y="1143000"/>
            <a:ext cx="2384425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86" name="Google Shape;86;p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87" name="Google Shape;87;p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1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2"/>
          <p:cNvSpPr txBox="1">
            <a:spLocks noGrp="1"/>
          </p:cNvSpPr>
          <p:nvPr>
            <p:ph type="ctrTitle"/>
          </p:nvPr>
        </p:nvSpPr>
        <p:spPr>
          <a:xfrm>
            <a:off x="582930" y="1646133"/>
            <a:ext cx="6606600" cy="350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0775" tIns="50375" rIns="100775" bIns="50375" anchor="b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Play"/>
              <a:buNone/>
              <a:defRPr sz="5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2"/>
          <p:cNvSpPr txBox="1">
            <a:spLocks noGrp="1"/>
          </p:cNvSpPr>
          <p:nvPr>
            <p:ph type="subTitle" idx="1"/>
          </p:nvPr>
        </p:nvSpPr>
        <p:spPr>
          <a:xfrm>
            <a:off x="971550" y="5282989"/>
            <a:ext cx="5829300" cy="2428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0775" tIns="50375" rIns="100775" bIns="50375" anchor="t" anchorCtr="0">
            <a:normAutofit/>
          </a:bodyPr>
          <a:lstStyle>
            <a:lvl1pPr lvl="0" algn="ctr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1pPr>
            <a:lvl2pPr lvl="1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700"/>
              <a:buNone/>
              <a:defRPr sz="17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/>
            </a:lvl9pPr>
          </a:lstStyle>
          <a:p>
            <a:endParaRPr/>
          </a:p>
        </p:txBody>
      </p:sp>
      <p:sp>
        <p:nvSpPr>
          <p:cNvPr id="18" name="Google Shape;18;p2"/>
          <p:cNvSpPr txBox="1">
            <a:spLocks noGrp="1"/>
          </p:cNvSpPr>
          <p:nvPr>
            <p:ph type="dt" idx="10"/>
          </p:nvPr>
        </p:nvSpPr>
        <p:spPr>
          <a:xfrm>
            <a:off x="534353" y="9322649"/>
            <a:ext cx="1748700" cy="53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0775" tIns="50375" rIns="100775" bIns="50375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2"/>
          <p:cNvSpPr txBox="1">
            <a:spLocks noGrp="1"/>
          </p:cNvSpPr>
          <p:nvPr>
            <p:ph type="ftr" idx="11"/>
          </p:nvPr>
        </p:nvSpPr>
        <p:spPr>
          <a:xfrm>
            <a:off x="2574608" y="9322649"/>
            <a:ext cx="2623200" cy="53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0775" tIns="50375" rIns="100775" bIns="50375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2"/>
          <p:cNvSpPr txBox="1">
            <a:spLocks noGrp="1"/>
          </p:cNvSpPr>
          <p:nvPr>
            <p:ph type="sldNum" idx="12"/>
          </p:nvPr>
        </p:nvSpPr>
        <p:spPr>
          <a:xfrm>
            <a:off x="5489258" y="9322649"/>
            <a:ext cx="1748700" cy="53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0775" tIns="50375" rIns="100775" bIns="5037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3"/>
          <p:cNvSpPr txBox="1">
            <a:spLocks noGrp="1"/>
          </p:cNvSpPr>
          <p:nvPr>
            <p:ph type="title"/>
          </p:nvPr>
        </p:nvSpPr>
        <p:spPr>
          <a:xfrm>
            <a:off x="534353" y="535519"/>
            <a:ext cx="6703800" cy="194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0775" tIns="50375" rIns="100775" bIns="503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3"/>
          <p:cNvSpPr txBox="1">
            <a:spLocks noGrp="1"/>
          </p:cNvSpPr>
          <p:nvPr>
            <p:ph type="body" idx="1"/>
          </p:nvPr>
        </p:nvSpPr>
        <p:spPr>
          <a:xfrm>
            <a:off x="534353" y="2677584"/>
            <a:ext cx="6703800" cy="638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0775" tIns="50375" rIns="100775" bIns="50375" anchor="t" anchorCtr="0">
            <a:normAutofit/>
          </a:bodyPr>
          <a:lstStyle>
            <a:lvl1pPr marL="457200" lvl="0" indent="-3556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/>
            </a:lvl1pPr>
            <a:lvl2pPr marL="914400" lvl="1" indent="-355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/>
            </a:lvl2pPr>
            <a:lvl3pPr marL="1371600" lvl="2" indent="-355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/>
            </a:lvl3pPr>
            <a:lvl4pPr marL="1828800" lvl="3" indent="-355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/>
            </a:lvl4pPr>
            <a:lvl5pPr marL="2286000" lvl="4" indent="-355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/>
            </a:lvl5pPr>
            <a:lvl6pPr marL="2743200" lvl="5" indent="-355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/>
            </a:lvl6pPr>
            <a:lvl7pPr marL="3200400" lvl="6" indent="-355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/>
            </a:lvl7pPr>
            <a:lvl8pPr marL="3657600" lvl="7" indent="-355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/>
            </a:lvl8pPr>
            <a:lvl9pPr marL="4114800" lvl="8" indent="-355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/>
            </a:lvl9pPr>
          </a:lstStyle>
          <a:p>
            <a:endParaRPr/>
          </a:p>
        </p:txBody>
      </p:sp>
      <p:sp>
        <p:nvSpPr>
          <p:cNvPr id="24" name="Google Shape;24;p3"/>
          <p:cNvSpPr txBox="1">
            <a:spLocks noGrp="1"/>
          </p:cNvSpPr>
          <p:nvPr>
            <p:ph type="dt" idx="10"/>
          </p:nvPr>
        </p:nvSpPr>
        <p:spPr>
          <a:xfrm>
            <a:off x="534353" y="9322649"/>
            <a:ext cx="1748700" cy="53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0775" tIns="50375" rIns="100775" bIns="50375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3"/>
          <p:cNvSpPr txBox="1">
            <a:spLocks noGrp="1"/>
          </p:cNvSpPr>
          <p:nvPr>
            <p:ph type="ftr" idx="11"/>
          </p:nvPr>
        </p:nvSpPr>
        <p:spPr>
          <a:xfrm>
            <a:off x="2574608" y="9322649"/>
            <a:ext cx="2623200" cy="53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0775" tIns="50375" rIns="100775" bIns="50375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3"/>
          <p:cNvSpPr txBox="1">
            <a:spLocks noGrp="1"/>
          </p:cNvSpPr>
          <p:nvPr>
            <p:ph type="sldNum" idx="12"/>
          </p:nvPr>
        </p:nvSpPr>
        <p:spPr>
          <a:xfrm>
            <a:off x="5489258" y="9322649"/>
            <a:ext cx="1748700" cy="53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0775" tIns="50375" rIns="100775" bIns="5037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4"/>
          <p:cNvSpPr txBox="1">
            <a:spLocks noGrp="1"/>
          </p:cNvSpPr>
          <p:nvPr>
            <p:ph type="title"/>
          </p:nvPr>
        </p:nvSpPr>
        <p:spPr>
          <a:xfrm>
            <a:off x="530305" y="2507618"/>
            <a:ext cx="6703800" cy="418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0775" tIns="50375" rIns="100775" bIns="50375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Play"/>
              <a:buNone/>
              <a:defRPr sz="5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9pPr>
          </a:lstStyle>
          <a:p>
            <a:endParaRPr/>
          </a:p>
        </p:txBody>
      </p:sp>
      <p:sp>
        <p:nvSpPr>
          <p:cNvPr id="29" name="Google Shape;29;p4"/>
          <p:cNvSpPr txBox="1">
            <a:spLocks noGrp="1"/>
          </p:cNvSpPr>
          <p:nvPr>
            <p:ph type="body" idx="1"/>
          </p:nvPr>
        </p:nvSpPr>
        <p:spPr>
          <a:xfrm>
            <a:off x="530305" y="6731214"/>
            <a:ext cx="6703800" cy="2200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0775" tIns="50375" rIns="100775" bIns="50375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757575"/>
              </a:buClr>
              <a:buSzPts val="2000"/>
              <a:buNone/>
              <a:defRPr sz="2000">
                <a:solidFill>
                  <a:srgbClr val="757575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757575"/>
              </a:buClr>
              <a:buSzPts val="1700"/>
              <a:buNone/>
              <a:defRPr sz="1700">
                <a:solidFill>
                  <a:srgbClr val="757575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757575"/>
              </a:buClr>
              <a:buSzPts val="1400"/>
              <a:buNone/>
              <a:defRPr sz="1400">
                <a:solidFill>
                  <a:srgbClr val="757575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757575"/>
              </a:buClr>
              <a:buSzPts val="1300"/>
              <a:buNone/>
              <a:defRPr sz="1300">
                <a:solidFill>
                  <a:srgbClr val="757575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757575"/>
              </a:buClr>
              <a:buSzPts val="1300"/>
              <a:buNone/>
              <a:defRPr sz="1300">
                <a:solidFill>
                  <a:srgbClr val="757575"/>
                </a:solidFill>
              </a:defRPr>
            </a:lvl5pPr>
            <a:lvl6pPr marL="2743200" lvl="5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757575"/>
              </a:buClr>
              <a:buSzPts val="1300"/>
              <a:buNone/>
              <a:defRPr sz="1300">
                <a:solidFill>
                  <a:srgbClr val="757575"/>
                </a:solidFill>
              </a:defRPr>
            </a:lvl6pPr>
            <a:lvl7pPr marL="3200400" lvl="6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757575"/>
              </a:buClr>
              <a:buSzPts val="1300"/>
              <a:buNone/>
              <a:defRPr sz="1300">
                <a:solidFill>
                  <a:srgbClr val="757575"/>
                </a:solidFill>
              </a:defRPr>
            </a:lvl7pPr>
            <a:lvl8pPr marL="3657600" lvl="7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757575"/>
              </a:buClr>
              <a:buSzPts val="1300"/>
              <a:buNone/>
              <a:defRPr sz="1300">
                <a:solidFill>
                  <a:srgbClr val="757575"/>
                </a:solidFill>
              </a:defRPr>
            </a:lvl8pPr>
            <a:lvl9pPr marL="4114800" lvl="8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757575"/>
              </a:buClr>
              <a:buSzPts val="1300"/>
              <a:buNone/>
              <a:defRPr sz="1300">
                <a:solidFill>
                  <a:srgbClr val="757575"/>
                </a:solidFill>
              </a:defRPr>
            </a:lvl9pPr>
          </a:lstStyle>
          <a:p>
            <a:endParaRPr/>
          </a:p>
        </p:txBody>
      </p:sp>
      <p:sp>
        <p:nvSpPr>
          <p:cNvPr id="30" name="Google Shape;30;p4"/>
          <p:cNvSpPr txBox="1">
            <a:spLocks noGrp="1"/>
          </p:cNvSpPr>
          <p:nvPr>
            <p:ph type="dt" idx="10"/>
          </p:nvPr>
        </p:nvSpPr>
        <p:spPr>
          <a:xfrm>
            <a:off x="534353" y="9322649"/>
            <a:ext cx="1748700" cy="53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0775" tIns="50375" rIns="100775" bIns="50375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4"/>
          <p:cNvSpPr txBox="1">
            <a:spLocks noGrp="1"/>
          </p:cNvSpPr>
          <p:nvPr>
            <p:ph type="ftr" idx="11"/>
          </p:nvPr>
        </p:nvSpPr>
        <p:spPr>
          <a:xfrm>
            <a:off x="2574608" y="9322649"/>
            <a:ext cx="2623200" cy="53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0775" tIns="50375" rIns="100775" bIns="50375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4"/>
          <p:cNvSpPr txBox="1">
            <a:spLocks noGrp="1"/>
          </p:cNvSpPr>
          <p:nvPr>
            <p:ph type="sldNum" idx="12"/>
          </p:nvPr>
        </p:nvSpPr>
        <p:spPr>
          <a:xfrm>
            <a:off x="5489258" y="9322649"/>
            <a:ext cx="1748700" cy="53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0775" tIns="50375" rIns="100775" bIns="5037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5"/>
          <p:cNvSpPr txBox="1">
            <a:spLocks noGrp="1"/>
          </p:cNvSpPr>
          <p:nvPr>
            <p:ph type="title"/>
          </p:nvPr>
        </p:nvSpPr>
        <p:spPr>
          <a:xfrm>
            <a:off x="534353" y="535519"/>
            <a:ext cx="6703800" cy="194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0775" tIns="50375" rIns="100775" bIns="503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5"/>
          <p:cNvSpPr txBox="1">
            <a:spLocks noGrp="1"/>
          </p:cNvSpPr>
          <p:nvPr>
            <p:ph type="body" idx="1"/>
          </p:nvPr>
        </p:nvSpPr>
        <p:spPr>
          <a:xfrm>
            <a:off x="534353" y="2677584"/>
            <a:ext cx="3303300" cy="638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0775" tIns="50375" rIns="100775" bIns="50375" anchor="t" anchorCtr="0">
            <a:normAutofit/>
          </a:bodyPr>
          <a:lstStyle>
            <a:lvl1pPr marL="457200" lvl="0" indent="-3556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/>
            </a:lvl1pPr>
            <a:lvl2pPr marL="914400" lvl="1" indent="-355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/>
            </a:lvl2pPr>
            <a:lvl3pPr marL="1371600" lvl="2" indent="-355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/>
            </a:lvl3pPr>
            <a:lvl4pPr marL="1828800" lvl="3" indent="-355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/>
            </a:lvl4pPr>
            <a:lvl5pPr marL="2286000" lvl="4" indent="-355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/>
            </a:lvl5pPr>
            <a:lvl6pPr marL="2743200" lvl="5" indent="-355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/>
            </a:lvl6pPr>
            <a:lvl7pPr marL="3200400" lvl="6" indent="-355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/>
            </a:lvl7pPr>
            <a:lvl8pPr marL="3657600" lvl="7" indent="-355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/>
            </a:lvl8pPr>
            <a:lvl9pPr marL="4114800" lvl="8" indent="-355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/>
            </a:lvl9pPr>
          </a:lstStyle>
          <a:p>
            <a:endParaRPr/>
          </a:p>
        </p:txBody>
      </p:sp>
      <p:sp>
        <p:nvSpPr>
          <p:cNvPr id="36" name="Google Shape;36;p5"/>
          <p:cNvSpPr txBox="1">
            <a:spLocks noGrp="1"/>
          </p:cNvSpPr>
          <p:nvPr>
            <p:ph type="body" idx="2"/>
          </p:nvPr>
        </p:nvSpPr>
        <p:spPr>
          <a:xfrm>
            <a:off x="3934778" y="2677584"/>
            <a:ext cx="3303300" cy="638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0775" tIns="50375" rIns="100775" bIns="50375" anchor="t" anchorCtr="0">
            <a:normAutofit/>
          </a:bodyPr>
          <a:lstStyle>
            <a:lvl1pPr marL="457200" lvl="0" indent="-3556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/>
            </a:lvl1pPr>
            <a:lvl2pPr marL="914400" lvl="1" indent="-355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/>
            </a:lvl2pPr>
            <a:lvl3pPr marL="1371600" lvl="2" indent="-355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/>
            </a:lvl3pPr>
            <a:lvl4pPr marL="1828800" lvl="3" indent="-355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/>
            </a:lvl4pPr>
            <a:lvl5pPr marL="2286000" lvl="4" indent="-355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/>
            </a:lvl5pPr>
            <a:lvl6pPr marL="2743200" lvl="5" indent="-355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/>
            </a:lvl6pPr>
            <a:lvl7pPr marL="3200400" lvl="6" indent="-355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/>
            </a:lvl7pPr>
            <a:lvl8pPr marL="3657600" lvl="7" indent="-355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/>
            </a:lvl8pPr>
            <a:lvl9pPr marL="4114800" lvl="8" indent="-355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/>
            </a:lvl9pPr>
          </a:lstStyle>
          <a:p>
            <a:endParaRPr/>
          </a:p>
        </p:txBody>
      </p:sp>
      <p:sp>
        <p:nvSpPr>
          <p:cNvPr id="37" name="Google Shape;37;p5"/>
          <p:cNvSpPr txBox="1">
            <a:spLocks noGrp="1"/>
          </p:cNvSpPr>
          <p:nvPr>
            <p:ph type="dt" idx="10"/>
          </p:nvPr>
        </p:nvSpPr>
        <p:spPr>
          <a:xfrm>
            <a:off x="534353" y="9322649"/>
            <a:ext cx="1748700" cy="53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0775" tIns="50375" rIns="100775" bIns="50375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5"/>
          <p:cNvSpPr txBox="1">
            <a:spLocks noGrp="1"/>
          </p:cNvSpPr>
          <p:nvPr>
            <p:ph type="ftr" idx="11"/>
          </p:nvPr>
        </p:nvSpPr>
        <p:spPr>
          <a:xfrm>
            <a:off x="2574608" y="9322649"/>
            <a:ext cx="2623200" cy="53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0775" tIns="50375" rIns="100775" bIns="50375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9pPr>
          </a:lstStyle>
          <a:p>
            <a:endParaRPr/>
          </a:p>
        </p:txBody>
      </p:sp>
      <p:sp>
        <p:nvSpPr>
          <p:cNvPr id="39" name="Google Shape;39;p5"/>
          <p:cNvSpPr txBox="1">
            <a:spLocks noGrp="1"/>
          </p:cNvSpPr>
          <p:nvPr>
            <p:ph type="sldNum" idx="12"/>
          </p:nvPr>
        </p:nvSpPr>
        <p:spPr>
          <a:xfrm>
            <a:off x="5489258" y="9322649"/>
            <a:ext cx="1748700" cy="53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0775" tIns="50375" rIns="100775" bIns="5037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6"/>
          <p:cNvSpPr txBox="1">
            <a:spLocks noGrp="1"/>
          </p:cNvSpPr>
          <p:nvPr>
            <p:ph type="title"/>
          </p:nvPr>
        </p:nvSpPr>
        <p:spPr>
          <a:xfrm>
            <a:off x="535365" y="535519"/>
            <a:ext cx="6703800" cy="194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0775" tIns="50375" rIns="100775" bIns="503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9pPr>
          </a:lstStyle>
          <a:p>
            <a:endParaRPr/>
          </a:p>
        </p:txBody>
      </p:sp>
      <p:sp>
        <p:nvSpPr>
          <p:cNvPr id="42" name="Google Shape;42;p6"/>
          <p:cNvSpPr txBox="1">
            <a:spLocks noGrp="1"/>
          </p:cNvSpPr>
          <p:nvPr>
            <p:ph type="body" idx="1"/>
          </p:nvPr>
        </p:nvSpPr>
        <p:spPr>
          <a:xfrm>
            <a:off x="535365" y="2465705"/>
            <a:ext cx="3288000" cy="120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0775" tIns="50375" rIns="100775" bIns="50375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1pPr>
            <a:lvl2pPr marL="914400" lvl="1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700"/>
              <a:buNone/>
              <a:defRPr sz="1700" b="1"/>
            </a:lvl2pPr>
            <a:lvl3pPr marL="1371600" lvl="2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1"/>
            </a:lvl3pPr>
            <a:lvl4pPr marL="1828800" lvl="3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1"/>
            </a:lvl4pPr>
            <a:lvl5pPr marL="2286000" lvl="4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1"/>
            </a:lvl5pPr>
            <a:lvl6pPr marL="2743200" lvl="5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1"/>
            </a:lvl6pPr>
            <a:lvl7pPr marL="3200400" lvl="6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1"/>
            </a:lvl7pPr>
            <a:lvl8pPr marL="3657600" lvl="7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1"/>
            </a:lvl8pPr>
            <a:lvl9pPr marL="4114800" lvl="8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1"/>
            </a:lvl9pPr>
          </a:lstStyle>
          <a:p>
            <a:endParaRPr/>
          </a:p>
        </p:txBody>
      </p:sp>
      <p:sp>
        <p:nvSpPr>
          <p:cNvPr id="43" name="Google Shape;43;p6"/>
          <p:cNvSpPr txBox="1">
            <a:spLocks noGrp="1"/>
          </p:cNvSpPr>
          <p:nvPr>
            <p:ph type="body" idx="2"/>
          </p:nvPr>
        </p:nvSpPr>
        <p:spPr>
          <a:xfrm>
            <a:off x="535365" y="3674110"/>
            <a:ext cx="3288000" cy="540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0775" tIns="50375" rIns="100775" bIns="50375" anchor="t" anchorCtr="0">
            <a:normAutofit/>
          </a:bodyPr>
          <a:lstStyle>
            <a:lvl1pPr marL="457200" lvl="0" indent="-3556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/>
            </a:lvl1pPr>
            <a:lvl2pPr marL="914400" lvl="1" indent="-355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/>
            </a:lvl2pPr>
            <a:lvl3pPr marL="1371600" lvl="2" indent="-355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/>
            </a:lvl3pPr>
            <a:lvl4pPr marL="1828800" lvl="3" indent="-355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/>
            </a:lvl4pPr>
            <a:lvl5pPr marL="2286000" lvl="4" indent="-355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/>
            </a:lvl5pPr>
            <a:lvl6pPr marL="2743200" lvl="5" indent="-355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/>
            </a:lvl6pPr>
            <a:lvl7pPr marL="3200400" lvl="6" indent="-355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/>
            </a:lvl7pPr>
            <a:lvl8pPr marL="3657600" lvl="7" indent="-355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/>
            </a:lvl8pPr>
            <a:lvl9pPr marL="4114800" lvl="8" indent="-355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/>
            </a:lvl9pPr>
          </a:lstStyle>
          <a:p>
            <a:endParaRPr/>
          </a:p>
        </p:txBody>
      </p:sp>
      <p:sp>
        <p:nvSpPr>
          <p:cNvPr id="44" name="Google Shape;44;p6"/>
          <p:cNvSpPr txBox="1">
            <a:spLocks noGrp="1"/>
          </p:cNvSpPr>
          <p:nvPr>
            <p:ph type="body" idx="3"/>
          </p:nvPr>
        </p:nvSpPr>
        <p:spPr>
          <a:xfrm>
            <a:off x="3934778" y="2465705"/>
            <a:ext cx="3304200" cy="120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0775" tIns="50375" rIns="100775" bIns="50375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1pPr>
            <a:lvl2pPr marL="914400" lvl="1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700"/>
              <a:buNone/>
              <a:defRPr sz="1700" b="1"/>
            </a:lvl2pPr>
            <a:lvl3pPr marL="1371600" lvl="2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1"/>
            </a:lvl3pPr>
            <a:lvl4pPr marL="1828800" lvl="3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1"/>
            </a:lvl4pPr>
            <a:lvl5pPr marL="2286000" lvl="4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1"/>
            </a:lvl5pPr>
            <a:lvl6pPr marL="2743200" lvl="5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1"/>
            </a:lvl6pPr>
            <a:lvl7pPr marL="3200400" lvl="6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1"/>
            </a:lvl7pPr>
            <a:lvl8pPr marL="3657600" lvl="7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1"/>
            </a:lvl8pPr>
            <a:lvl9pPr marL="4114800" lvl="8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1"/>
            </a:lvl9pPr>
          </a:lstStyle>
          <a:p>
            <a:endParaRPr/>
          </a:p>
        </p:txBody>
      </p:sp>
      <p:sp>
        <p:nvSpPr>
          <p:cNvPr id="45" name="Google Shape;45;p6"/>
          <p:cNvSpPr txBox="1">
            <a:spLocks noGrp="1"/>
          </p:cNvSpPr>
          <p:nvPr>
            <p:ph type="body" idx="4"/>
          </p:nvPr>
        </p:nvSpPr>
        <p:spPr>
          <a:xfrm>
            <a:off x="3934778" y="3674110"/>
            <a:ext cx="3304200" cy="540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0775" tIns="50375" rIns="100775" bIns="50375" anchor="t" anchorCtr="0">
            <a:normAutofit/>
          </a:bodyPr>
          <a:lstStyle>
            <a:lvl1pPr marL="457200" lvl="0" indent="-3556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/>
            </a:lvl1pPr>
            <a:lvl2pPr marL="914400" lvl="1" indent="-355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/>
            </a:lvl2pPr>
            <a:lvl3pPr marL="1371600" lvl="2" indent="-355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/>
            </a:lvl3pPr>
            <a:lvl4pPr marL="1828800" lvl="3" indent="-355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/>
            </a:lvl4pPr>
            <a:lvl5pPr marL="2286000" lvl="4" indent="-355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/>
            </a:lvl5pPr>
            <a:lvl6pPr marL="2743200" lvl="5" indent="-355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/>
            </a:lvl6pPr>
            <a:lvl7pPr marL="3200400" lvl="6" indent="-355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/>
            </a:lvl7pPr>
            <a:lvl8pPr marL="3657600" lvl="7" indent="-355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/>
            </a:lvl8pPr>
            <a:lvl9pPr marL="4114800" lvl="8" indent="-355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/>
            </a:lvl9pPr>
          </a:lstStyle>
          <a:p>
            <a:endParaRPr/>
          </a:p>
        </p:txBody>
      </p:sp>
      <p:sp>
        <p:nvSpPr>
          <p:cNvPr id="46" name="Google Shape;46;p6"/>
          <p:cNvSpPr txBox="1">
            <a:spLocks noGrp="1"/>
          </p:cNvSpPr>
          <p:nvPr>
            <p:ph type="dt" idx="10"/>
          </p:nvPr>
        </p:nvSpPr>
        <p:spPr>
          <a:xfrm>
            <a:off x="534353" y="9322649"/>
            <a:ext cx="1748700" cy="53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0775" tIns="50375" rIns="100775" bIns="50375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6"/>
          <p:cNvSpPr txBox="1">
            <a:spLocks noGrp="1"/>
          </p:cNvSpPr>
          <p:nvPr>
            <p:ph type="ftr" idx="11"/>
          </p:nvPr>
        </p:nvSpPr>
        <p:spPr>
          <a:xfrm>
            <a:off x="2574608" y="9322649"/>
            <a:ext cx="2623200" cy="53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0775" tIns="50375" rIns="100775" bIns="50375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9pPr>
          </a:lstStyle>
          <a:p>
            <a:endParaRPr/>
          </a:p>
        </p:txBody>
      </p:sp>
      <p:sp>
        <p:nvSpPr>
          <p:cNvPr id="48" name="Google Shape;48;p6"/>
          <p:cNvSpPr txBox="1">
            <a:spLocks noGrp="1"/>
          </p:cNvSpPr>
          <p:nvPr>
            <p:ph type="sldNum" idx="12"/>
          </p:nvPr>
        </p:nvSpPr>
        <p:spPr>
          <a:xfrm>
            <a:off x="5489258" y="9322649"/>
            <a:ext cx="1748700" cy="53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0775" tIns="50375" rIns="100775" bIns="5037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>
            <a:spLocks noGrp="1"/>
          </p:cNvSpPr>
          <p:nvPr>
            <p:ph type="title"/>
          </p:nvPr>
        </p:nvSpPr>
        <p:spPr>
          <a:xfrm>
            <a:off x="534353" y="535519"/>
            <a:ext cx="6703800" cy="194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0775" tIns="50375" rIns="100775" bIns="503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7"/>
          <p:cNvSpPr txBox="1">
            <a:spLocks noGrp="1"/>
          </p:cNvSpPr>
          <p:nvPr>
            <p:ph type="dt" idx="10"/>
          </p:nvPr>
        </p:nvSpPr>
        <p:spPr>
          <a:xfrm>
            <a:off x="534353" y="9322649"/>
            <a:ext cx="1748700" cy="53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0775" tIns="50375" rIns="100775" bIns="50375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7"/>
          <p:cNvSpPr txBox="1">
            <a:spLocks noGrp="1"/>
          </p:cNvSpPr>
          <p:nvPr>
            <p:ph type="ftr" idx="11"/>
          </p:nvPr>
        </p:nvSpPr>
        <p:spPr>
          <a:xfrm>
            <a:off x="2574608" y="9322649"/>
            <a:ext cx="2623200" cy="53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0775" tIns="50375" rIns="100775" bIns="50375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7"/>
          <p:cNvSpPr txBox="1">
            <a:spLocks noGrp="1"/>
          </p:cNvSpPr>
          <p:nvPr>
            <p:ph type="sldNum" idx="12"/>
          </p:nvPr>
        </p:nvSpPr>
        <p:spPr>
          <a:xfrm>
            <a:off x="5489258" y="9322649"/>
            <a:ext cx="1748700" cy="53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0775" tIns="50375" rIns="100775" bIns="5037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8"/>
          <p:cNvSpPr txBox="1">
            <a:spLocks noGrp="1"/>
          </p:cNvSpPr>
          <p:nvPr>
            <p:ph type="dt" idx="10"/>
          </p:nvPr>
        </p:nvSpPr>
        <p:spPr>
          <a:xfrm>
            <a:off x="534353" y="9322649"/>
            <a:ext cx="1748700" cy="53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0775" tIns="50375" rIns="100775" bIns="50375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8"/>
          <p:cNvSpPr txBox="1">
            <a:spLocks noGrp="1"/>
          </p:cNvSpPr>
          <p:nvPr>
            <p:ph type="ftr" idx="11"/>
          </p:nvPr>
        </p:nvSpPr>
        <p:spPr>
          <a:xfrm>
            <a:off x="2574608" y="9322649"/>
            <a:ext cx="2623200" cy="53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0775" tIns="50375" rIns="100775" bIns="50375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9pPr>
          </a:lstStyle>
          <a:p>
            <a:endParaRPr/>
          </a:p>
        </p:txBody>
      </p:sp>
      <p:sp>
        <p:nvSpPr>
          <p:cNvPr id="57" name="Google Shape;57;p8"/>
          <p:cNvSpPr txBox="1">
            <a:spLocks noGrp="1"/>
          </p:cNvSpPr>
          <p:nvPr>
            <p:ph type="sldNum" idx="12"/>
          </p:nvPr>
        </p:nvSpPr>
        <p:spPr>
          <a:xfrm>
            <a:off x="5489258" y="9322649"/>
            <a:ext cx="1748700" cy="53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0775" tIns="50375" rIns="100775" bIns="5037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9"/>
          <p:cNvSpPr txBox="1">
            <a:spLocks noGrp="1"/>
          </p:cNvSpPr>
          <p:nvPr>
            <p:ph type="title"/>
          </p:nvPr>
        </p:nvSpPr>
        <p:spPr>
          <a:xfrm>
            <a:off x="535365" y="670560"/>
            <a:ext cx="2506800" cy="234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0775" tIns="50375" rIns="100775" bIns="50375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Play"/>
              <a:buNone/>
              <a:defRPr sz="26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9"/>
          <p:cNvSpPr txBox="1">
            <a:spLocks noGrp="1"/>
          </p:cNvSpPr>
          <p:nvPr>
            <p:ph type="body" idx="1"/>
          </p:nvPr>
        </p:nvSpPr>
        <p:spPr>
          <a:xfrm>
            <a:off x="3304282" y="1448225"/>
            <a:ext cx="3934800" cy="714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0775" tIns="50375" rIns="100775" bIns="50375" anchor="t" anchorCtr="0">
            <a:normAutofit/>
          </a:bodyPr>
          <a:lstStyle>
            <a:lvl1pPr marL="457200" lvl="0" indent="-3937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600"/>
              <a:buChar char="•"/>
              <a:defRPr sz="2600"/>
            </a:lvl1pPr>
            <a:lvl2pPr marL="914400" lvl="1" indent="-3746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300"/>
              <a:buChar char="•"/>
              <a:defRPr sz="2300"/>
            </a:lvl2pPr>
            <a:lvl3pPr marL="1371600" lvl="2" indent="-355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365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700"/>
              <a:buChar char="•"/>
              <a:defRPr sz="1700"/>
            </a:lvl4pPr>
            <a:lvl5pPr marL="2286000" lvl="4" indent="-3365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700"/>
              <a:buChar char="•"/>
              <a:defRPr sz="1700"/>
            </a:lvl5pPr>
            <a:lvl6pPr marL="2743200" lvl="5" indent="-3365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700"/>
              <a:buChar char="•"/>
              <a:defRPr sz="1700"/>
            </a:lvl6pPr>
            <a:lvl7pPr marL="3200400" lvl="6" indent="-3365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700"/>
              <a:buChar char="•"/>
              <a:defRPr sz="1700"/>
            </a:lvl7pPr>
            <a:lvl8pPr marL="3657600" lvl="7" indent="-3365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700"/>
              <a:buChar char="•"/>
              <a:defRPr sz="1700"/>
            </a:lvl8pPr>
            <a:lvl9pPr marL="4114800" lvl="8" indent="-3365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700"/>
              <a:buChar char="•"/>
              <a:defRPr sz="1700"/>
            </a:lvl9pPr>
          </a:lstStyle>
          <a:p>
            <a:endParaRPr/>
          </a:p>
        </p:txBody>
      </p:sp>
      <p:sp>
        <p:nvSpPr>
          <p:cNvPr id="61" name="Google Shape;61;p9"/>
          <p:cNvSpPr txBox="1">
            <a:spLocks noGrp="1"/>
          </p:cNvSpPr>
          <p:nvPr>
            <p:ph type="body" idx="2"/>
          </p:nvPr>
        </p:nvSpPr>
        <p:spPr>
          <a:xfrm>
            <a:off x="535365" y="3017521"/>
            <a:ext cx="2506800" cy="5590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0775" tIns="50375" rIns="100775" bIns="50375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/>
            </a:lvl1pPr>
            <a:lvl2pPr marL="914400" lvl="1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sz="1100"/>
            </a:lvl2pPr>
            <a:lvl3pPr marL="1371600" lvl="2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4pPr>
            <a:lvl5pPr marL="2286000" lvl="4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5pPr>
            <a:lvl6pPr marL="2743200" lvl="5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6pPr>
            <a:lvl7pPr marL="3200400" lvl="6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7pPr>
            <a:lvl8pPr marL="3657600" lvl="7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8pPr>
            <a:lvl9pPr marL="4114800" lvl="8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9pPr>
          </a:lstStyle>
          <a:p>
            <a:endParaRPr/>
          </a:p>
        </p:txBody>
      </p:sp>
      <p:sp>
        <p:nvSpPr>
          <p:cNvPr id="62" name="Google Shape;62;p9"/>
          <p:cNvSpPr txBox="1">
            <a:spLocks noGrp="1"/>
          </p:cNvSpPr>
          <p:nvPr>
            <p:ph type="dt" idx="10"/>
          </p:nvPr>
        </p:nvSpPr>
        <p:spPr>
          <a:xfrm>
            <a:off x="534353" y="9322649"/>
            <a:ext cx="1748700" cy="53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0775" tIns="50375" rIns="100775" bIns="50375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9"/>
          <p:cNvSpPr txBox="1">
            <a:spLocks noGrp="1"/>
          </p:cNvSpPr>
          <p:nvPr>
            <p:ph type="ftr" idx="11"/>
          </p:nvPr>
        </p:nvSpPr>
        <p:spPr>
          <a:xfrm>
            <a:off x="2574608" y="9322649"/>
            <a:ext cx="2623200" cy="53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0775" tIns="50375" rIns="100775" bIns="50375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9pPr>
          </a:lstStyle>
          <a:p>
            <a:endParaRPr/>
          </a:p>
        </p:txBody>
      </p:sp>
      <p:sp>
        <p:nvSpPr>
          <p:cNvPr id="64" name="Google Shape;64;p9"/>
          <p:cNvSpPr txBox="1">
            <a:spLocks noGrp="1"/>
          </p:cNvSpPr>
          <p:nvPr>
            <p:ph type="sldNum" idx="12"/>
          </p:nvPr>
        </p:nvSpPr>
        <p:spPr>
          <a:xfrm>
            <a:off x="5489258" y="9322649"/>
            <a:ext cx="1748700" cy="53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0775" tIns="50375" rIns="100775" bIns="5037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0"/>
          <p:cNvSpPr txBox="1">
            <a:spLocks noGrp="1"/>
          </p:cNvSpPr>
          <p:nvPr>
            <p:ph type="title"/>
          </p:nvPr>
        </p:nvSpPr>
        <p:spPr>
          <a:xfrm>
            <a:off x="535365" y="670560"/>
            <a:ext cx="2506800" cy="234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0775" tIns="50375" rIns="100775" bIns="50375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Play"/>
              <a:buNone/>
              <a:defRPr sz="26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10"/>
          <p:cNvSpPr>
            <a:spLocks noGrp="1"/>
          </p:cNvSpPr>
          <p:nvPr>
            <p:ph type="pic" idx="2"/>
          </p:nvPr>
        </p:nvSpPr>
        <p:spPr>
          <a:xfrm>
            <a:off x="3304282" y="1448225"/>
            <a:ext cx="3934800" cy="7147800"/>
          </a:xfrm>
          <a:prstGeom prst="rect">
            <a:avLst/>
          </a:prstGeom>
          <a:noFill/>
          <a:ln>
            <a:noFill/>
          </a:ln>
        </p:spPr>
      </p:sp>
      <p:sp>
        <p:nvSpPr>
          <p:cNvPr id="68" name="Google Shape;68;p10"/>
          <p:cNvSpPr txBox="1">
            <a:spLocks noGrp="1"/>
          </p:cNvSpPr>
          <p:nvPr>
            <p:ph type="body" idx="1"/>
          </p:nvPr>
        </p:nvSpPr>
        <p:spPr>
          <a:xfrm>
            <a:off x="535365" y="3017521"/>
            <a:ext cx="2506800" cy="5590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0775" tIns="50375" rIns="100775" bIns="50375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/>
            </a:lvl1pPr>
            <a:lvl2pPr marL="914400" lvl="1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sz="1100"/>
            </a:lvl2pPr>
            <a:lvl3pPr marL="1371600" lvl="2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4pPr>
            <a:lvl5pPr marL="2286000" lvl="4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5pPr>
            <a:lvl6pPr marL="2743200" lvl="5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6pPr>
            <a:lvl7pPr marL="3200400" lvl="6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7pPr>
            <a:lvl8pPr marL="3657600" lvl="7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8pPr>
            <a:lvl9pPr marL="4114800" lvl="8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9pPr>
          </a:lstStyle>
          <a:p>
            <a:endParaRPr/>
          </a:p>
        </p:txBody>
      </p:sp>
      <p:sp>
        <p:nvSpPr>
          <p:cNvPr id="69" name="Google Shape;69;p10"/>
          <p:cNvSpPr txBox="1">
            <a:spLocks noGrp="1"/>
          </p:cNvSpPr>
          <p:nvPr>
            <p:ph type="dt" idx="10"/>
          </p:nvPr>
        </p:nvSpPr>
        <p:spPr>
          <a:xfrm>
            <a:off x="534353" y="9322649"/>
            <a:ext cx="1748700" cy="53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0775" tIns="50375" rIns="100775" bIns="50375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10"/>
          <p:cNvSpPr txBox="1">
            <a:spLocks noGrp="1"/>
          </p:cNvSpPr>
          <p:nvPr>
            <p:ph type="ftr" idx="11"/>
          </p:nvPr>
        </p:nvSpPr>
        <p:spPr>
          <a:xfrm>
            <a:off x="2574608" y="9322649"/>
            <a:ext cx="2623200" cy="53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0775" tIns="50375" rIns="100775" bIns="50375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9pPr>
          </a:lstStyle>
          <a:p>
            <a:endParaRPr/>
          </a:p>
        </p:txBody>
      </p:sp>
      <p:sp>
        <p:nvSpPr>
          <p:cNvPr id="71" name="Google Shape;71;p10"/>
          <p:cNvSpPr txBox="1">
            <a:spLocks noGrp="1"/>
          </p:cNvSpPr>
          <p:nvPr>
            <p:ph type="sldNum" idx="12"/>
          </p:nvPr>
        </p:nvSpPr>
        <p:spPr>
          <a:xfrm>
            <a:off x="5489258" y="9322649"/>
            <a:ext cx="1748700" cy="53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0775" tIns="50375" rIns="100775" bIns="5037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1"/>
          <p:cNvSpPr txBox="1">
            <a:spLocks noGrp="1"/>
          </p:cNvSpPr>
          <p:nvPr>
            <p:ph type="title"/>
          </p:nvPr>
        </p:nvSpPr>
        <p:spPr>
          <a:xfrm>
            <a:off x="534353" y="535519"/>
            <a:ext cx="6703800" cy="194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0775" tIns="50375" rIns="100775" bIns="503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9pPr>
          </a:lstStyle>
          <a:p>
            <a:endParaRPr/>
          </a:p>
        </p:txBody>
      </p:sp>
      <p:sp>
        <p:nvSpPr>
          <p:cNvPr id="74" name="Google Shape;74;p11"/>
          <p:cNvSpPr txBox="1">
            <a:spLocks noGrp="1"/>
          </p:cNvSpPr>
          <p:nvPr>
            <p:ph type="body" idx="1"/>
          </p:nvPr>
        </p:nvSpPr>
        <p:spPr>
          <a:xfrm rot="5400000">
            <a:off x="695048" y="2516784"/>
            <a:ext cx="6382200" cy="6703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0775" tIns="50375" rIns="100775" bIns="50375" anchor="t" anchorCtr="0">
            <a:normAutofit/>
          </a:bodyPr>
          <a:lstStyle>
            <a:lvl1pPr marL="457200" lvl="0" indent="-3556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/>
            </a:lvl1pPr>
            <a:lvl2pPr marL="914400" lvl="1" indent="-355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/>
            </a:lvl2pPr>
            <a:lvl3pPr marL="1371600" lvl="2" indent="-355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/>
            </a:lvl3pPr>
            <a:lvl4pPr marL="1828800" lvl="3" indent="-355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/>
            </a:lvl4pPr>
            <a:lvl5pPr marL="2286000" lvl="4" indent="-355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/>
            </a:lvl5pPr>
            <a:lvl6pPr marL="2743200" lvl="5" indent="-355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/>
            </a:lvl6pPr>
            <a:lvl7pPr marL="3200400" lvl="6" indent="-355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/>
            </a:lvl7pPr>
            <a:lvl8pPr marL="3657600" lvl="7" indent="-355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/>
            </a:lvl8pPr>
            <a:lvl9pPr marL="4114800" lvl="8" indent="-355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/>
            </a:lvl9pPr>
          </a:lstStyle>
          <a:p>
            <a:endParaRPr/>
          </a:p>
        </p:txBody>
      </p:sp>
      <p:sp>
        <p:nvSpPr>
          <p:cNvPr id="75" name="Google Shape;75;p11"/>
          <p:cNvSpPr txBox="1">
            <a:spLocks noGrp="1"/>
          </p:cNvSpPr>
          <p:nvPr>
            <p:ph type="dt" idx="10"/>
          </p:nvPr>
        </p:nvSpPr>
        <p:spPr>
          <a:xfrm>
            <a:off x="534353" y="9322649"/>
            <a:ext cx="1748700" cy="53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0775" tIns="50375" rIns="100775" bIns="50375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11"/>
          <p:cNvSpPr txBox="1">
            <a:spLocks noGrp="1"/>
          </p:cNvSpPr>
          <p:nvPr>
            <p:ph type="ftr" idx="11"/>
          </p:nvPr>
        </p:nvSpPr>
        <p:spPr>
          <a:xfrm>
            <a:off x="2574608" y="9322649"/>
            <a:ext cx="2623200" cy="53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0775" tIns="50375" rIns="100775" bIns="50375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9pPr>
          </a:lstStyle>
          <a:p>
            <a:endParaRPr/>
          </a:p>
        </p:txBody>
      </p:sp>
      <p:sp>
        <p:nvSpPr>
          <p:cNvPr id="77" name="Google Shape;77;p11"/>
          <p:cNvSpPr txBox="1">
            <a:spLocks noGrp="1"/>
          </p:cNvSpPr>
          <p:nvPr>
            <p:ph type="sldNum" idx="12"/>
          </p:nvPr>
        </p:nvSpPr>
        <p:spPr>
          <a:xfrm>
            <a:off x="5489258" y="9322649"/>
            <a:ext cx="1748700" cy="53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0775" tIns="50375" rIns="100775" bIns="5037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2"/>
          <p:cNvSpPr txBox="1">
            <a:spLocks noGrp="1"/>
          </p:cNvSpPr>
          <p:nvPr>
            <p:ph type="title"/>
          </p:nvPr>
        </p:nvSpPr>
        <p:spPr>
          <a:xfrm rot="5400000">
            <a:off x="2138198" y="3959567"/>
            <a:ext cx="8523900" cy="167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0775" tIns="50375" rIns="100775" bIns="503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9pPr>
          </a:lstStyle>
          <a:p>
            <a:endParaRPr/>
          </a:p>
        </p:txBody>
      </p:sp>
      <p:sp>
        <p:nvSpPr>
          <p:cNvPr id="80" name="Google Shape;80;p12"/>
          <p:cNvSpPr txBox="1">
            <a:spLocks noGrp="1"/>
          </p:cNvSpPr>
          <p:nvPr>
            <p:ph type="body" idx="1"/>
          </p:nvPr>
        </p:nvSpPr>
        <p:spPr>
          <a:xfrm rot="5400000">
            <a:off x="-1262381" y="2332067"/>
            <a:ext cx="8523900" cy="493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0775" tIns="50375" rIns="100775" bIns="50375" anchor="t" anchorCtr="0">
            <a:normAutofit/>
          </a:bodyPr>
          <a:lstStyle>
            <a:lvl1pPr marL="457200" lvl="0" indent="-3556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/>
            </a:lvl1pPr>
            <a:lvl2pPr marL="914400" lvl="1" indent="-355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/>
            </a:lvl2pPr>
            <a:lvl3pPr marL="1371600" lvl="2" indent="-355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/>
            </a:lvl3pPr>
            <a:lvl4pPr marL="1828800" lvl="3" indent="-355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/>
            </a:lvl4pPr>
            <a:lvl5pPr marL="2286000" lvl="4" indent="-355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/>
            </a:lvl5pPr>
            <a:lvl6pPr marL="2743200" lvl="5" indent="-355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/>
            </a:lvl6pPr>
            <a:lvl7pPr marL="3200400" lvl="6" indent="-355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/>
            </a:lvl7pPr>
            <a:lvl8pPr marL="3657600" lvl="7" indent="-355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/>
            </a:lvl8pPr>
            <a:lvl9pPr marL="4114800" lvl="8" indent="-355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/>
            </a:lvl9pPr>
          </a:lstStyle>
          <a:p>
            <a:endParaRPr/>
          </a:p>
        </p:txBody>
      </p:sp>
      <p:sp>
        <p:nvSpPr>
          <p:cNvPr id="81" name="Google Shape;81;p12"/>
          <p:cNvSpPr txBox="1">
            <a:spLocks noGrp="1"/>
          </p:cNvSpPr>
          <p:nvPr>
            <p:ph type="dt" idx="10"/>
          </p:nvPr>
        </p:nvSpPr>
        <p:spPr>
          <a:xfrm>
            <a:off x="534353" y="9322649"/>
            <a:ext cx="1748700" cy="53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0775" tIns="50375" rIns="100775" bIns="50375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9pPr>
          </a:lstStyle>
          <a:p>
            <a:endParaRPr/>
          </a:p>
        </p:txBody>
      </p:sp>
      <p:sp>
        <p:nvSpPr>
          <p:cNvPr id="82" name="Google Shape;82;p12"/>
          <p:cNvSpPr txBox="1">
            <a:spLocks noGrp="1"/>
          </p:cNvSpPr>
          <p:nvPr>
            <p:ph type="ftr" idx="11"/>
          </p:nvPr>
        </p:nvSpPr>
        <p:spPr>
          <a:xfrm>
            <a:off x="2574608" y="9322649"/>
            <a:ext cx="2623200" cy="53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0775" tIns="50375" rIns="100775" bIns="50375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9pPr>
          </a:lstStyle>
          <a:p>
            <a:endParaRPr/>
          </a:p>
        </p:txBody>
      </p:sp>
      <p:sp>
        <p:nvSpPr>
          <p:cNvPr id="83" name="Google Shape;83;p12"/>
          <p:cNvSpPr txBox="1">
            <a:spLocks noGrp="1"/>
          </p:cNvSpPr>
          <p:nvPr>
            <p:ph type="sldNum" idx="12"/>
          </p:nvPr>
        </p:nvSpPr>
        <p:spPr>
          <a:xfrm>
            <a:off x="5489258" y="9322649"/>
            <a:ext cx="1748700" cy="53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0775" tIns="50375" rIns="100775" bIns="5037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>
            <a:spLocks noGrp="1"/>
          </p:cNvSpPr>
          <p:nvPr>
            <p:ph type="title"/>
          </p:nvPr>
        </p:nvSpPr>
        <p:spPr>
          <a:xfrm>
            <a:off x="534353" y="535519"/>
            <a:ext cx="6703800" cy="194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0775" tIns="50375" rIns="100775" bIns="50375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"/>
              <a:buNone/>
              <a:defRPr sz="3600" b="0" i="0" u="none" strike="noStrike" cap="non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  <a:defRPr sz="20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  <a:defRPr sz="20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  <a:defRPr sz="20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  <a:defRPr sz="20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  <a:defRPr sz="20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  <a:defRPr sz="20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  <a:defRPr sz="20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  <a:defRPr sz="20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1" name="Google Shape;11;p1"/>
          <p:cNvSpPr txBox="1">
            <a:spLocks noGrp="1"/>
          </p:cNvSpPr>
          <p:nvPr>
            <p:ph type="body" idx="1"/>
          </p:nvPr>
        </p:nvSpPr>
        <p:spPr>
          <a:xfrm>
            <a:off x="534353" y="2677584"/>
            <a:ext cx="6703800" cy="638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0775" tIns="50375" rIns="100775" bIns="50375" anchor="t" anchorCtr="0">
            <a:normAutofit/>
          </a:bodyPr>
          <a:lstStyle>
            <a:lvl1pPr marL="457200" marR="0" lvl="0" indent="-374650" algn="l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300"/>
              <a:buFont typeface="Arial"/>
              <a:buChar char="•"/>
              <a:defRPr sz="23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55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3655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700"/>
              <a:buFont typeface="Arial"/>
              <a:buChar char="•"/>
              <a:defRPr sz="17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2" name="Google Shape;12;p1"/>
          <p:cNvSpPr txBox="1">
            <a:spLocks noGrp="1"/>
          </p:cNvSpPr>
          <p:nvPr>
            <p:ph type="dt" idx="10"/>
          </p:nvPr>
        </p:nvSpPr>
        <p:spPr>
          <a:xfrm>
            <a:off x="534353" y="9322649"/>
            <a:ext cx="1748700" cy="53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0775" tIns="50375" rIns="100775" bIns="50375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  <a:defRPr sz="10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3" name="Google Shape;13;p1"/>
          <p:cNvSpPr txBox="1">
            <a:spLocks noGrp="1"/>
          </p:cNvSpPr>
          <p:nvPr>
            <p:ph type="ftr" idx="11"/>
          </p:nvPr>
        </p:nvSpPr>
        <p:spPr>
          <a:xfrm>
            <a:off x="2574608" y="9322649"/>
            <a:ext cx="2623200" cy="53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0775" tIns="50375" rIns="100775" bIns="50375" anchor="ctr" anchorCtr="0">
            <a:no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  <a:defRPr sz="10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4" name="Google Shape;14;p1"/>
          <p:cNvSpPr txBox="1">
            <a:spLocks noGrp="1"/>
          </p:cNvSpPr>
          <p:nvPr>
            <p:ph type="sldNum" idx="12"/>
          </p:nvPr>
        </p:nvSpPr>
        <p:spPr>
          <a:xfrm>
            <a:off x="5489258" y="9322649"/>
            <a:ext cx="1748700" cy="53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0775" tIns="50375" rIns="100775" bIns="50375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.png"/><Relationship Id="rId4" Type="http://schemas.openxmlformats.org/officeDocument/2006/relationships/hyperlink" Target="https://dabeastservices.com/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13"/>
          <p:cNvSpPr/>
          <p:nvPr/>
        </p:nvSpPr>
        <p:spPr>
          <a:xfrm>
            <a:off x="0" y="-99864"/>
            <a:ext cx="7772400" cy="102441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100775" tIns="50375" rIns="100775" bIns="5037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endParaRPr sz="11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0" name="Google Shape;90;p13"/>
          <p:cNvSpPr/>
          <p:nvPr/>
        </p:nvSpPr>
        <p:spPr>
          <a:xfrm>
            <a:off x="0" y="1618788"/>
            <a:ext cx="7772400" cy="8525400"/>
          </a:xfrm>
          <a:prstGeom prst="rect">
            <a:avLst/>
          </a:prstGeom>
          <a:solidFill>
            <a:srgbClr val="262626"/>
          </a:solidFill>
          <a:ln>
            <a:noFill/>
          </a:ln>
        </p:spPr>
        <p:txBody>
          <a:bodyPr spcFirstLastPara="1" wrap="square" lIns="100775" tIns="50375" rIns="100775" bIns="5037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endParaRPr sz="11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1" name="Google Shape;91;p13"/>
          <p:cNvSpPr txBox="1"/>
          <p:nvPr/>
        </p:nvSpPr>
        <p:spPr>
          <a:xfrm>
            <a:off x="1672149" y="261862"/>
            <a:ext cx="6055500" cy="671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0775" tIns="50375" rIns="100775" bIns="50375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700"/>
              <a:buFont typeface="Arial"/>
              <a:buNone/>
            </a:pPr>
            <a:r>
              <a:rPr lang="en-US" sz="3700" b="1" i="0" u="none" strike="noStrike" cap="none" dirty="0" err="1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rPr>
              <a:t>DaBeast</a:t>
            </a:r>
            <a:r>
              <a:rPr lang="en-US" sz="3700" b="1" i="0" u="none" strike="noStrike" cap="none" dirty="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3700" i="0" u="none" strike="noStrike" cap="none" dirty="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rPr>
              <a:t>Catering LLC</a:t>
            </a:r>
            <a:endParaRPr sz="150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92" name="Google Shape;92;p13" descr="A bull face with horns&#10;&#10;Description automatically generated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03262" y="271257"/>
            <a:ext cx="1094725" cy="1094726"/>
          </a:xfrm>
          <a:prstGeom prst="rect">
            <a:avLst/>
          </a:prstGeom>
          <a:noFill/>
          <a:ln>
            <a:noFill/>
          </a:ln>
        </p:spPr>
      </p:pic>
      <p:sp>
        <p:nvSpPr>
          <p:cNvPr id="94" name="Google Shape;94;p13"/>
          <p:cNvSpPr txBox="1"/>
          <p:nvPr/>
        </p:nvSpPr>
        <p:spPr>
          <a:xfrm>
            <a:off x="341567" y="6501007"/>
            <a:ext cx="3357300" cy="22561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0775" tIns="50375" rIns="100775" bIns="5037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rial"/>
              <a:buNone/>
            </a:pPr>
            <a:r>
              <a:rPr lang="en-US" sz="4000" b="1" i="0" u="none" strike="noStrike" cap="none" dirty="0">
                <a:solidFill>
                  <a:schemeClr val="lt1"/>
                </a:solidFill>
                <a:latin typeface="Arial Narrow"/>
                <a:ea typeface="Arial Narrow"/>
                <a:cs typeface="Arial Narrow"/>
                <a:sym typeface="Arial Narrow"/>
              </a:rPr>
              <a:t>Desserts</a:t>
            </a:r>
            <a:endParaRPr sz="2600" b="1" i="0" u="none" strike="noStrike" cap="none" dirty="0">
              <a:solidFill>
                <a:schemeClr val="lt1"/>
              </a:solidFill>
              <a:latin typeface="Arial Narrow"/>
              <a:ea typeface="Arial Narrow"/>
              <a:cs typeface="Arial Narrow"/>
              <a:sym typeface="Arial Narrow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lang="en-US" sz="2000" b="0" i="0" u="none" strike="noStrike" cap="none" dirty="0">
                <a:solidFill>
                  <a:schemeClr val="lt1"/>
                </a:solidFill>
                <a:latin typeface="Arial Narrow"/>
                <a:ea typeface="Arial Narrow"/>
                <a:cs typeface="Arial Narrow"/>
                <a:sym typeface="Arial Narrow"/>
              </a:rPr>
              <a:t> </a:t>
            </a:r>
            <a:endParaRPr sz="2000" b="0" i="0" u="none" strike="noStrike" cap="none" dirty="0">
              <a:solidFill>
                <a:schemeClr val="lt1"/>
              </a:solidFill>
              <a:latin typeface="Arial Narrow"/>
              <a:ea typeface="Arial Narrow"/>
              <a:cs typeface="Arial Narrow"/>
              <a:sym typeface="Arial Narrow"/>
            </a:endParaRPr>
          </a:p>
          <a:p>
            <a:pPr marL="304800" marR="0" lvl="0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Arial"/>
              <a:buChar char="•"/>
            </a:pPr>
            <a:r>
              <a:rPr lang="en-US" sz="2000" b="0" i="0" u="none" strike="noStrike" cap="none" dirty="0">
                <a:solidFill>
                  <a:schemeClr val="lt1"/>
                </a:solidFill>
                <a:latin typeface="Arial Narrow"/>
                <a:ea typeface="Arial Narrow"/>
                <a:cs typeface="Arial Narrow"/>
                <a:sym typeface="Arial Narrow"/>
              </a:rPr>
              <a:t>Fried Oreos ……………….. </a:t>
            </a:r>
            <a:r>
              <a:rPr lang="en-US" sz="2000" b="1" i="0" u="none" strike="noStrike" cap="none" dirty="0">
                <a:solidFill>
                  <a:srgbClr val="8CD872"/>
                </a:solidFill>
                <a:latin typeface="Arial Narrow"/>
                <a:ea typeface="Arial Narrow"/>
                <a:cs typeface="Arial Narrow"/>
                <a:sym typeface="Arial Narrow"/>
              </a:rPr>
              <a:t>5</a:t>
            </a:r>
            <a:endParaRPr sz="15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4800" marR="0" lvl="0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Arial"/>
              <a:buChar char="•"/>
            </a:pPr>
            <a:r>
              <a:rPr lang="en-US" sz="2000" b="0" i="0" u="none" strike="noStrike" cap="none" dirty="0">
                <a:solidFill>
                  <a:schemeClr val="lt1"/>
                </a:solidFill>
                <a:latin typeface="Arial Narrow"/>
                <a:ea typeface="Arial Narrow"/>
                <a:cs typeface="Arial Narrow"/>
                <a:sym typeface="Arial Narrow"/>
              </a:rPr>
              <a:t>Fried Cheesecake Bites </a:t>
            </a:r>
            <a:r>
              <a:rPr lang="en-US" sz="2000" b="0" i="0" u="none" strike="noStrike" cap="none">
                <a:solidFill>
                  <a:schemeClr val="lt1"/>
                </a:solidFill>
                <a:latin typeface="Arial Narrow"/>
                <a:ea typeface="Arial Narrow"/>
                <a:cs typeface="Arial Narrow"/>
                <a:sym typeface="Arial Narrow"/>
              </a:rPr>
              <a:t>…. </a:t>
            </a:r>
            <a:r>
              <a:rPr lang="en-US" sz="2000" b="1" i="0" u="none" strike="noStrike" cap="none">
                <a:solidFill>
                  <a:srgbClr val="8CD872"/>
                </a:solidFill>
                <a:latin typeface="Arial Narrow"/>
                <a:ea typeface="Arial Narrow"/>
                <a:cs typeface="Arial Narrow"/>
                <a:sym typeface="Arial Narrow"/>
              </a:rPr>
              <a:t>7</a:t>
            </a:r>
            <a:endParaRPr lang="en-US" sz="2000" b="1" i="0" u="none" strike="noStrike" cap="none" dirty="0">
              <a:solidFill>
                <a:srgbClr val="8CD872"/>
              </a:solidFill>
              <a:latin typeface="Arial Narrow"/>
              <a:ea typeface="Arial Narrow"/>
              <a:cs typeface="Arial Narrow"/>
              <a:sym typeface="Arial Narrow"/>
            </a:endParaRPr>
          </a:p>
          <a:p>
            <a:pPr marL="304800" marR="0" lvl="0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Arial"/>
              <a:buChar char="•"/>
            </a:pPr>
            <a:r>
              <a:rPr lang="en-US" sz="2000" b="0" i="0" u="none" strike="noStrike" cap="none" dirty="0">
                <a:solidFill>
                  <a:schemeClr val="lt1"/>
                </a:solidFill>
                <a:latin typeface="Arial Narrow"/>
                <a:ea typeface="Arial Narrow"/>
                <a:cs typeface="Arial Narrow"/>
                <a:sym typeface="Arial Narrow"/>
              </a:rPr>
              <a:t>Limber De Coco (Ice Cream)</a:t>
            </a:r>
            <a:r>
              <a:rPr lang="en-US" sz="2000" b="0" i="0" u="none" strike="noStrike" cap="none" dirty="0">
                <a:solidFill>
                  <a:srgbClr val="8CD872"/>
                </a:solidFill>
                <a:latin typeface="Arial Narrow"/>
                <a:ea typeface="Arial Narrow"/>
                <a:cs typeface="Arial Narrow"/>
                <a:sym typeface="Arial Narrow"/>
              </a:rPr>
              <a:t> 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lang="en-US" sz="2000" b="0" i="0" u="none" strike="noStrike" cap="none" dirty="0">
                <a:solidFill>
                  <a:schemeClr val="lt1"/>
                </a:solidFill>
                <a:latin typeface="Arial Narrow"/>
                <a:ea typeface="Arial Narrow"/>
                <a:cs typeface="Arial Narrow"/>
                <a:sym typeface="Arial Narrow"/>
              </a:rPr>
              <a:t>     ………………………………. </a:t>
            </a:r>
            <a:r>
              <a:rPr lang="en-US" sz="2000" b="1" i="0" u="none" strike="noStrike" cap="none" dirty="0">
                <a:solidFill>
                  <a:srgbClr val="8CD872"/>
                </a:solidFill>
                <a:latin typeface="Arial Narrow"/>
                <a:ea typeface="Arial Narrow"/>
                <a:cs typeface="Arial Narrow"/>
                <a:sym typeface="Arial Narrow"/>
              </a:rPr>
              <a:t>5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95" name="Google Shape;95;p13"/>
          <p:cNvCxnSpPr/>
          <p:nvPr/>
        </p:nvCxnSpPr>
        <p:spPr>
          <a:xfrm>
            <a:off x="176323" y="2509620"/>
            <a:ext cx="7350900" cy="0"/>
          </a:xfrm>
          <a:prstGeom prst="straightConnector1">
            <a:avLst/>
          </a:prstGeom>
          <a:noFill/>
          <a:ln w="19050" cap="flat" cmpd="sng">
            <a:solidFill>
              <a:schemeClr val="lt1"/>
            </a:solidFill>
            <a:prstDash val="solid"/>
            <a:miter lim="800000"/>
            <a:headEnd type="none" w="sm" len="sm"/>
            <a:tailEnd type="none" w="sm" len="sm"/>
          </a:ln>
        </p:spPr>
      </p:cxnSp>
      <p:cxnSp>
        <p:nvCxnSpPr>
          <p:cNvPr id="96" name="Google Shape;96;p13"/>
          <p:cNvCxnSpPr/>
          <p:nvPr/>
        </p:nvCxnSpPr>
        <p:spPr>
          <a:xfrm>
            <a:off x="180313" y="7243303"/>
            <a:ext cx="7350900" cy="0"/>
          </a:xfrm>
          <a:prstGeom prst="straightConnector1">
            <a:avLst/>
          </a:prstGeom>
          <a:noFill/>
          <a:ln w="19050" cap="flat" cmpd="sng">
            <a:solidFill>
              <a:schemeClr val="lt1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97" name="Google Shape;97;p13"/>
          <p:cNvSpPr txBox="1"/>
          <p:nvPr/>
        </p:nvSpPr>
        <p:spPr>
          <a:xfrm>
            <a:off x="4047486" y="6501003"/>
            <a:ext cx="3491700" cy="317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0775" tIns="50375" rIns="100775" bIns="5037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rial"/>
              <a:buNone/>
            </a:pPr>
            <a:r>
              <a:rPr lang="en-US" sz="4000" b="1" i="0" u="none" strike="noStrike" cap="none" dirty="0">
                <a:solidFill>
                  <a:schemeClr val="lt1"/>
                </a:solidFill>
                <a:latin typeface="Arial Narrow"/>
                <a:ea typeface="Arial Narrow"/>
                <a:cs typeface="Arial Narrow"/>
                <a:sym typeface="Arial Narrow"/>
              </a:rPr>
              <a:t>Beverages</a:t>
            </a:r>
            <a:endParaRPr sz="15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endParaRPr sz="2000" b="0" i="0" u="none" strike="noStrike" cap="none" dirty="0">
              <a:solidFill>
                <a:schemeClr val="lt1"/>
              </a:solidFill>
              <a:latin typeface="Arial Narrow"/>
              <a:ea typeface="Arial Narrow"/>
              <a:cs typeface="Arial Narrow"/>
              <a:sym typeface="Arial Narrow"/>
            </a:endParaRPr>
          </a:p>
          <a:p>
            <a:pPr marL="304800" marR="0" lvl="0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Arial"/>
              <a:buChar char="•"/>
            </a:pPr>
            <a:r>
              <a:rPr lang="en-US" sz="2000" b="0" i="0" u="none" strike="noStrike" cap="none" dirty="0">
                <a:solidFill>
                  <a:schemeClr val="lt1"/>
                </a:solidFill>
                <a:latin typeface="Arial Narrow"/>
                <a:ea typeface="Arial Narrow"/>
                <a:cs typeface="Arial Narrow"/>
                <a:sym typeface="Arial Narrow"/>
              </a:rPr>
              <a:t>Guanabana ……………… </a:t>
            </a:r>
            <a:r>
              <a:rPr lang="en-US" sz="2000" b="1" i="0" u="none" strike="noStrike" cap="none" dirty="0">
                <a:solidFill>
                  <a:srgbClr val="8CD872"/>
                </a:solidFill>
                <a:latin typeface="Arial Narrow"/>
                <a:ea typeface="Arial Narrow"/>
                <a:cs typeface="Arial Narrow"/>
                <a:sym typeface="Arial Narrow"/>
              </a:rPr>
              <a:t>4.5</a:t>
            </a:r>
            <a:endParaRPr lang="en-US" sz="15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1003300" marR="0" lvl="1" indent="-3492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 Narrow"/>
              <a:buChar char="○"/>
            </a:pPr>
            <a:r>
              <a:rPr lang="en-US" sz="1500" b="0" i="1" u="none" strike="noStrike" cap="none" dirty="0">
                <a:solidFill>
                  <a:schemeClr val="lt1"/>
                </a:solidFill>
                <a:latin typeface="Arial Narrow"/>
                <a:ea typeface="Arial Narrow"/>
                <a:cs typeface="Arial Narrow"/>
                <a:sym typeface="Arial Narrow"/>
              </a:rPr>
              <a:t>Creamy tart drink derived</a:t>
            </a:r>
            <a:br>
              <a:rPr lang="en-US" sz="1500" i="1" dirty="0">
                <a:solidFill>
                  <a:schemeClr val="lt1"/>
                </a:solidFill>
                <a:latin typeface="Arial Narrow"/>
                <a:ea typeface="Arial Narrow"/>
                <a:cs typeface="Arial Narrow"/>
                <a:sym typeface="Arial Narrow"/>
              </a:rPr>
            </a:br>
            <a:r>
              <a:rPr lang="en-US" sz="1500" b="0" i="1" u="none" strike="noStrike" cap="none" dirty="0">
                <a:solidFill>
                  <a:schemeClr val="lt1"/>
                </a:solidFill>
                <a:latin typeface="Arial Narrow"/>
                <a:ea typeface="Arial Narrow"/>
                <a:cs typeface="Arial Narrow"/>
                <a:sym typeface="Arial Narrow"/>
              </a:rPr>
              <a:t>from indigenous fruit </a:t>
            </a:r>
            <a:r>
              <a:rPr lang="en-US" sz="1500" b="0" i="0" u="none" strike="noStrike" cap="none" dirty="0">
                <a:solidFill>
                  <a:schemeClr val="lt1"/>
                </a:solidFill>
                <a:latin typeface="Arial Narrow"/>
                <a:ea typeface="Arial Narrow"/>
                <a:cs typeface="Arial Narrow"/>
                <a:sym typeface="Arial Narrow"/>
              </a:rPr>
              <a:t>☺</a:t>
            </a:r>
            <a:endParaRPr sz="1500" b="0" i="0" u="none" strike="noStrike" cap="none" dirty="0">
              <a:solidFill>
                <a:schemeClr val="lt1"/>
              </a:solidFill>
              <a:latin typeface="Arial Narrow"/>
              <a:ea typeface="Arial Narrow"/>
              <a:cs typeface="Arial Narrow"/>
              <a:sym typeface="Arial Narrow"/>
            </a:endParaRPr>
          </a:p>
          <a:p>
            <a:pPr marL="15240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000" b="1" dirty="0">
              <a:solidFill>
                <a:srgbClr val="8CD872"/>
              </a:solidFill>
              <a:latin typeface="Arial Narrow"/>
              <a:ea typeface="Arial Narrow"/>
              <a:cs typeface="Arial Narrow"/>
              <a:sym typeface="Arial Narrow"/>
            </a:endParaRPr>
          </a:p>
          <a:p>
            <a:pPr marL="304800" marR="0" lvl="0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Arial"/>
              <a:buChar char="•"/>
            </a:pPr>
            <a:r>
              <a:rPr lang="en-US" sz="2000" b="0" i="0" u="none" strike="noStrike" cap="none" dirty="0">
                <a:solidFill>
                  <a:schemeClr val="lt1"/>
                </a:solidFill>
                <a:latin typeface="Arial Narrow"/>
                <a:ea typeface="Arial Narrow"/>
                <a:cs typeface="Arial Narrow"/>
                <a:sym typeface="Arial Narrow"/>
              </a:rPr>
              <a:t>Soft Drinks …………………. </a:t>
            </a:r>
            <a:r>
              <a:rPr lang="en-US" sz="2000" b="1" i="0" u="none" strike="noStrike" cap="none" dirty="0">
                <a:solidFill>
                  <a:srgbClr val="8CD872"/>
                </a:solidFill>
                <a:latin typeface="Arial Narrow"/>
                <a:ea typeface="Arial Narrow"/>
                <a:cs typeface="Arial Narrow"/>
                <a:sym typeface="Arial Narrow"/>
              </a:rPr>
              <a:t>3</a:t>
            </a:r>
            <a:endParaRPr lang="en-US" sz="15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1003300" marR="0" lvl="1" indent="-3492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 Narrow"/>
              <a:buChar char="○"/>
            </a:pPr>
            <a:r>
              <a:rPr lang="en-US" sz="1500" b="0" i="1" u="none" strike="noStrike" cap="none" dirty="0">
                <a:solidFill>
                  <a:schemeClr val="lt1"/>
                </a:solidFill>
                <a:latin typeface="Arial Narrow"/>
                <a:ea typeface="Arial Narrow"/>
                <a:cs typeface="Arial Narrow"/>
                <a:sym typeface="Arial Narrow"/>
              </a:rPr>
              <a:t>Gatorade, Red Bull, Coke,</a:t>
            </a:r>
            <a:br>
              <a:rPr lang="en-US" sz="1500" b="0" i="1" u="none" strike="noStrike" cap="none" dirty="0">
                <a:solidFill>
                  <a:schemeClr val="lt1"/>
                </a:solidFill>
                <a:latin typeface="Arial Narrow"/>
                <a:ea typeface="Arial Narrow"/>
                <a:cs typeface="Arial Narrow"/>
                <a:sym typeface="Arial Narrow"/>
              </a:rPr>
            </a:br>
            <a:r>
              <a:rPr lang="en-US" sz="1500" b="0" i="1" u="none" strike="noStrike" cap="none" dirty="0">
                <a:solidFill>
                  <a:schemeClr val="lt1"/>
                </a:solidFill>
                <a:latin typeface="Arial Narrow"/>
                <a:ea typeface="Arial Narrow"/>
                <a:cs typeface="Arial Narrow"/>
                <a:sym typeface="Arial Narrow"/>
              </a:rPr>
              <a:t>Sprite, Fanta, Iced Tea, etc.</a:t>
            </a:r>
            <a:endParaRPr sz="2000" b="0" i="0" u="none" strike="noStrike" cap="none" dirty="0">
              <a:solidFill>
                <a:schemeClr val="lt1"/>
              </a:solidFill>
              <a:latin typeface="Arial Narrow"/>
              <a:ea typeface="Arial Narrow"/>
              <a:cs typeface="Arial Narrow"/>
              <a:sym typeface="Arial Narrow"/>
            </a:endParaRPr>
          </a:p>
          <a:p>
            <a:pPr marL="304800" marR="0" lvl="0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Arial"/>
              <a:buChar char="•"/>
            </a:pPr>
            <a:r>
              <a:rPr lang="en-US" sz="2000" b="0" i="0" u="none" strike="noStrike" cap="none" dirty="0">
                <a:solidFill>
                  <a:schemeClr val="lt1"/>
                </a:solidFill>
                <a:latin typeface="Arial Narrow"/>
                <a:ea typeface="Arial Narrow"/>
                <a:cs typeface="Arial Narrow"/>
                <a:sym typeface="Arial Narrow"/>
              </a:rPr>
              <a:t>Water ……………………….. </a:t>
            </a:r>
            <a:r>
              <a:rPr lang="en-US" sz="2000" b="1" i="0" u="none" strike="noStrike" cap="none" dirty="0">
                <a:solidFill>
                  <a:srgbClr val="8CD872"/>
                </a:solidFill>
                <a:latin typeface="Arial Narrow"/>
                <a:ea typeface="Arial Narrow"/>
                <a:cs typeface="Arial Narrow"/>
                <a:sym typeface="Arial Narrow"/>
              </a:rPr>
              <a:t>3</a:t>
            </a:r>
            <a:endParaRPr sz="15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8" name="Google Shape;98;p13"/>
          <p:cNvSpPr txBox="1"/>
          <p:nvPr/>
        </p:nvSpPr>
        <p:spPr>
          <a:xfrm>
            <a:off x="4607282" y="895974"/>
            <a:ext cx="2823300" cy="37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0775" tIns="50375" rIns="100775" bIns="50375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US" sz="1800" b="0" i="1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(719</a:t>
            </a:r>
            <a:r>
              <a:rPr lang="en-US" sz="1800" b="0" i="1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) 243-2541</a:t>
            </a:r>
            <a:endParaRPr sz="15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" name="Google Shape;101;p13">
            <a:extLst>
              <a:ext uri="{FF2B5EF4-FFF2-40B4-BE49-F238E27FC236}">
                <a16:creationId xmlns:a16="http://schemas.microsoft.com/office/drawing/2014/main" id="{3E7CA357-BF9A-46AA-B7D5-7CEBF5ED5987}"/>
              </a:ext>
            </a:extLst>
          </p:cNvPr>
          <p:cNvSpPr txBox="1"/>
          <p:nvPr/>
        </p:nvSpPr>
        <p:spPr>
          <a:xfrm>
            <a:off x="170226" y="9638223"/>
            <a:ext cx="3438300" cy="37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0775" tIns="50375" rIns="100775" bIns="50375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US" sz="1800" b="0" i="1" u="none" strike="noStrike" cap="none" dirty="0">
                <a:solidFill>
                  <a:srgbClr val="8CD872"/>
                </a:solidFill>
                <a:uFill>
                  <a:noFill/>
                </a:uFill>
                <a:latin typeface="Arial"/>
                <a:ea typeface="Arial"/>
                <a:cs typeface="Arial"/>
                <a:sym typeface="Arial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https://dabeastservices.com</a:t>
            </a:r>
            <a:endParaRPr sz="1800" b="0" i="1" u="none" strike="noStrike" cap="none" dirty="0">
              <a:solidFill>
                <a:srgbClr val="8CD87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3" name="Google Shape;100;p13" descr="A qr code with black squares&#10;&#10;Description automatically generated">
            <a:extLst>
              <a:ext uri="{FF2B5EF4-FFF2-40B4-BE49-F238E27FC236}">
                <a16:creationId xmlns:a16="http://schemas.microsoft.com/office/drawing/2014/main" id="{DD136230-5AAF-4830-9699-B2C5E06424FE}"/>
              </a:ext>
            </a:extLst>
          </p:cNvPr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1436019" y="8817691"/>
            <a:ext cx="782375" cy="782375"/>
          </a:xfrm>
          <a:prstGeom prst="rect">
            <a:avLst/>
          </a:prstGeom>
          <a:noFill/>
          <a:ln>
            <a:noFill/>
          </a:ln>
        </p:spPr>
      </p:pic>
      <p:sp>
        <p:nvSpPr>
          <p:cNvPr id="14" name="Google Shape;91;p1">
            <a:extLst>
              <a:ext uri="{FF2B5EF4-FFF2-40B4-BE49-F238E27FC236}">
                <a16:creationId xmlns:a16="http://schemas.microsoft.com/office/drawing/2014/main" id="{6C3E6655-7ABD-406F-9B2A-75B0018826B2}"/>
              </a:ext>
            </a:extLst>
          </p:cNvPr>
          <p:cNvSpPr/>
          <p:nvPr/>
        </p:nvSpPr>
        <p:spPr>
          <a:xfrm>
            <a:off x="403262" y="5157774"/>
            <a:ext cx="7039358" cy="1402418"/>
          </a:xfrm>
          <a:prstGeom prst="roundRect">
            <a:avLst>
              <a:gd name="adj" fmla="val 4489"/>
            </a:avLst>
          </a:prstGeom>
          <a:solidFill>
            <a:srgbClr val="3F3F3F"/>
          </a:solidFill>
          <a:ln>
            <a:noFill/>
          </a:ln>
        </p:spPr>
        <p:txBody>
          <a:bodyPr spcFirstLastPara="1" wrap="square" lIns="298525" tIns="149225" rIns="298525" bIns="14922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59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3" name="Google Shape;93;p13"/>
          <p:cNvSpPr txBox="1"/>
          <p:nvPr/>
        </p:nvSpPr>
        <p:spPr>
          <a:xfrm>
            <a:off x="303733" y="1815534"/>
            <a:ext cx="7127100" cy="48568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0775" tIns="50375" rIns="100775" bIns="5037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rial"/>
              <a:buNone/>
            </a:pPr>
            <a:r>
              <a:rPr lang="en-US" sz="4000" b="1" i="0" u="none" strike="noStrike" cap="none" dirty="0">
                <a:solidFill>
                  <a:schemeClr val="lt1"/>
                </a:solidFill>
                <a:latin typeface="Arial Narrow"/>
                <a:ea typeface="Arial Narrow"/>
                <a:cs typeface="Arial Narrow"/>
                <a:sym typeface="Arial Narrow"/>
              </a:rPr>
              <a:t>Lunch / Dinner</a:t>
            </a:r>
            <a:endParaRPr sz="4000" b="0" i="0" u="none" strike="noStrike" cap="none" dirty="0">
              <a:solidFill>
                <a:schemeClr val="lt1"/>
              </a:solidFill>
              <a:latin typeface="Arial Narrow"/>
              <a:ea typeface="Arial Narrow"/>
              <a:cs typeface="Arial Narrow"/>
              <a:sym typeface="Arial Narrow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endParaRPr sz="2000" b="1" i="0" u="none" strike="noStrike" cap="none" dirty="0">
              <a:solidFill>
                <a:schemeClr val="lt1"/>
              </a:solidFill>
              <a:latin typeface="Arial Narrow"/>
              <a:ea typeface="Arial Narrow"/>
              <a:cs typeface="Arial Narrow"/>
              <a:sym typeface="Arial Narrow"/>
            </a:endParaRPr>
          </a:p>
          <a:p>
            <a:pPr marL="508000" marR="0" lvl="0" indent="-3492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 Narrow"/>
              <a:buChar char="●"/>
            </a:pPr>
            <a:r>
              <a:rPr lang="en-US" sz="2000" b="1" i="0" u="none" strike="noStrike" cap="none" dirty="0">
                <a:solidFill>
                  <a:schemeClr val="lt1"/>
                </a:solidFill>
                <a:latin typeface="Arial Narrow"/>
                <a:ea typeface="Arial Narrow"/>
                <a:cs typeface="Arial Narrow"/>
                <a:sym typeface="Arial Narrow"/>
              </a:rPr>
              <a:t>Cheeseburger</a:t>
            </a:r>
            <a:r>
              <a:rPr lang="en-US" sz="2000" i="0" u="none" strike="noStrike" cap="none" dirty="0">
                <a:solidFill>
                  <a:schemeClr val="lt1"/>
                </a:solidFill>
                <a:latin typeface="Arial Narrow"/>
                <a:ea typeface="Arial Narrow"/>
                <a:cs typeface="Arial Narrow"/>
                <a:sym typeface="Arial Narrow"/>
              </a:rPr>
              <a:t> ……………………………..................................</a:t>
            </a:r>
            <a:r>
              <a:rPr lang="en-US" sz="2000" dirty="0">
                <a:solidFill>
                  <a:srgbClr val="8CD872"/>
                </a:solidFill>
                <a:latin typeface="Arial Narrow"/>
                <a:ea typeface="Arial Narrow"/>
                <a:cs typeface="Arial Narrow"/>
                <a:sym typeface="Arial Narrow"/>
              </a:rPr>
              <a:t>. </a:t>
            </a:r>
            <a:r>
              <a:rPr lang="en-US" sz="2000" b="0" i="0" u="none" strike="noStrike" cap="none" dirty="0">
                <a:solidFill>
                  <a:srgbClr val="8CD872"/>
                </a:solidFill>
                <a:latin typeface="Arial Narrow"/>
                <a:ea typeface="Arial Narrow"/>
                <a:cs typeface="Arial Narrow"/>
                <a:sym typeface="Arial Narrow"/>
              </a:rPr>
              <a:t> </a:t>
            </a:r>
            <a:r>
              <a:rPr lang="en-US" sz="2000" b="1" i="0" u="none" strike="noStrike" cap="none" dirty="0">
                <a:solidFill>
                  <a:srgbClr val="8CD872"/>
                </a:solidFill>
                <a:latin typeface="Arial Narrow"/>
                <a:ea typeface="Arial Narrow"/>
                <a:cs typeface="Arial Narrow"/>
                <a:sym typeface="Arial Narrow"/>
              </a:rPr>
              <a:t>13.5</a:t>
            </a:r>
          </a:p>
          <a:p>
            <a:pPr marL="1003300" marR="0" lvl="1" indent="-381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Arial Narrow"/>
              <a:buChar char="○"/>
            </a:pPr>
            <a:r>
              <a:rPr lang="en-US" sz="2000" dirty="0">
                <a:solidFill>
                  <a:schemeClr val="lt1"/>
                </a:solidFill>
                <a:latin typeface="Arial Narrow"/>
                <a:ea typeface="Arial Narrow"/>
                <a:cs typeface="Arial Narrow"/>
                <a:sym typeface="Arial Narrow"/>
              </a:rPr>
              <a:t>With</a:t>
            </a:r>
            <a:r>
              <a:rPr lang="en-US" sz="2000" b="1" dirty="0">
                <a:solidFill>
                  <a:schemeClr val="lt1"/>
                </a:solidFill>
                <a:latin typeface="Arial Narrow"/>
                <a:ea typeface="Arial Narrow"/>
                <a:cs typeface="Arial Narrow"/>
                <a:sym typeface="Arial Narrow"/>
              </a:rPr>
              <a:t> bacon </a:t>
            </a:r>
            <a:r>
              <a:rPr lang="en-US" sz="2000" i="0" u="none" strike="noStrike" cap="none" dirty="0">
                <a:solidFill>
                  <a:schemeClr val="lt1"/>
                </a:solidFill>
                <a:latin typeface="Arial Narrow"/>
                <a:ea typeface="Arial Narrow"/>
                <a:cs typeface="Arial Narrow"/>
                <a:sym typeface="Arial Narrow"/>
              </a:rPr>
              <a:t>……………………….................................. </a:t>
            </a:r>
            <a:r>
              <a:rPr lang="en-US" sz="2000" b="1" dirty="0">
                <a:solidFill>
                  <a:srgbClr val="8CD872"/>
                </a:solidFill>
                <a:latin typeface="Arial Narrow"/>
                <a:ea typeface="Arial Narrow"/>
                <a:cs typeface="Arial Narrow"/>
                <a:sym typeface="Arial Narrow"/>
              </a:rPr>
              <a:t>Add 1</a:t>
            </a:r>
            <a:r>
              <a:rPr lang="en-US" sz="2000" b="1" i="0" u="none" strike="noStrike" cap="none" dirty="0">
                <a:solidFill>
                  <a:srgbClr val="8CD872"/>
                </a:solidFill>
                <a:latin typeface="Arial Narrow"/>
                <a:ea typeface="Arial Narrow"/>
                <a:cs typeface="Arial Narrow"/>
                <a:sym typeface="Arial Narrow"/>
              </a:rPr>
              <a:t>.5</a:t>
            </a:r>
            <a:endParaRPr lang="en-US" sz="2000" b="1" i="0" u="none" strike="noStrike" cap="none" dirty="0">
              <a:solidFill>
                <a:schemeClr val="lt1"/>
              </a:solidFill>
              <a:latin typeface="Arial Narrow"/>
              <a:ea typeface="Arial Narrow"/>
              <a:cs typeface="Arial Narrow"/>
              <a:sym typeface="Arial Narrow"/>
            </a:endParaRPr>
          </a:p>
          <a:p>
            <a:pPr marL="508000" indent="-349250">
              <a:buClr>
                <a:schemeClr val="lt1"/>
              </a:buClr>
              <a:buSzPts val="1500"/>
              <a:buFont typeface="Arial Narrow"/>
              <a:buChar char="●"/>
            </a:pPr>
            <a:r>
              <a:rPr lang="en-US" sz="2000" b="1" i="0" u="none" strike="noStrike" cap="none">
                <a:solidFill>
                  <a:schemeClr val="lt1"/>
                </a:solidFill>
                <a:latin typeface="Arial Narrow"/>
                <a:ea typeface="Arial Narrow"/>
                <a:cs typeface="Arial Narrow"/>
                <a:sym typeface="Arial Narrow"/>
              </a:rPr>
              <a:t>Smoked Chicken </a:t>
            </a:r>
            <a:r>
              <a:rPr lang="en-US" sz="2000" b="1" i="0" u="none" strike="noStrike" cap="none" dirty="0">
                <a:solidFill>
                  <a:schemeClr val="lt1"/>
                </a:solidFill>
                <a:latin typeface="Arial Narrow"/>
                <a:ea typeface="Arial Narrow"/>
                <a:cs typeface="Arial Narrow"/>
                <a:sym typeface="Arial Narrow"/>
              </a:rPr>
              <a:t>Sandwich</a:t>
            </a:r>
            <a:r>
              <a:rPr lang="en-US" sz="2000" i="0" u="none" strike="noStrike" cap="none" dirty="0">
                <a:solidFill>
                  <a:schemeClr val="lt1"/>
                </a:solidFill>
                <a:latin typeface="Arial Narrow"/>
                <a:ea typeface="Arial Narrow"/>
                <a:cs typeface="Arial Narrow"/>
                <a:sym typeface="Arial Narrow"/>
              </a:rPr>
              <a:t> ………….......................................</a:t>
            </a:r>
            <a:r>
              <a:rPr lang="en-US" sz="2000" dirty="0">
                <a:solidFill>
                  <a:srgbClr val="8CD872"/>
                </a:solidFill>
                <a:latin typeface="Arial Narrow"/>
                <a:ea typeface="Arial Narrow"/>
                <a:cs typeface="Arial Narrow"/>
                <a:sym typeface="Arial Narrow"/>
              </a:rPr>
              <a:t>.</a:t>
            </a:r>
            <a:r>
              <a:rPr lang="en-US" sz="2000" b="0" i="0" u="none" strike="noStrike" cap="none" dirty="0">
                <a:solidFill>
                  <a:srgbClr val="8CD872"/>
                </a:solidFill>
                <a:latin typeface="Arial Narrow"/>
                <a:ea typeface="Arial Narrow"/>
                <a:cs typeface="Arial Narrow"/>
                <a:sym typeface="Arial Narrow"/>
              </a:rPr>
              <a:t>  </a:t>
            </a:r>
            <a:r>
              <a:rPr lang="en-US" sz="2000" b="1" i="0" u="none" strike="noStrike" cap="none" dirty="0">
                <a:solidFill>
                  <a:srgbClr val="8CD872"/>
                </a:solidFill>
                <a:latin typeface="Arial Narrow"/>
                <a:ea typeface="Arial Narrow"/>
                <a:cs typeface="Arial Narrow"/>
                <a:sym typeface="Arial Narrow"/>
              </a:rPr>
              <a:t>13</a:t>
            </a:r>
          </a:p>
          <a:p>
            <a:pPr marL="508000" marR="0" lvl="0" indent="-3492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 Narrow"/>
              <a:buChar char="●"/>
            </a:pPr>
            <a:r>
              <a:rPr lang="en-US" sz="2000" b="1" i="0" u="none" strike="noStrike" cap="none" dirty="0">
                <a:solidFill>
                  <a:schemeClr val="lt1"/>
                </a:solidFill>
                <a:latin typeface="Arial Narrow"/>
                <a:ea typeface="Arial Narrow"/>
                <a:cs typeface="Arial Narrow"/>
                <a:sym typeface="Arial Narrow"/>
              </a:rPr>
              <a:t>Beer Brat </a:t>
            </a:r>
            <a:r>
              <a:rPr lang="en-US" sz="2000" i="0" u="none" strike="noStrike" cap="none" dirty="0">
                <a:solidFill>
                  <a:schemeClr val="lt1"/>
                </a:solidFill>
                <a:latin typeface="Arial Narrow"/>
                <a:ea typeface="Arial Narrow"/>
                <a:cs typeface="Arial Narrow"/>
                <a:sym typeface="Arial Narrow"/>
              </a:rPr>
              <a:t>………………………………....................................</a:t>
            </a:r>
            <a:r>
              <a:rPr lang="en-US" sz="2000" dirty="0">
                <a:solidFill>
                  <a:schemeClr val="lt1"/>
                </a:solidFill>
                <a:latin typeface="Arial Narrow"/>
                <a:ea typeface="Arial Narrow"/>
                <a:cs typeface="Arial Narrow"/>
                <a:sym typeface="Arial Narrow"/>
              </a:rPr>
              <a:t>.</a:t>
            </a:r>
            <a:r>
              <a:rPr lang="en-US" sz="2000" i="0" u="none" strike="noStrike" cap="none" dirty="0">
                <a:solidFill>
                  <a:schemeClr val="lt1"/>
                </a:solidFill>
                <a:latin typeface="Arial Narrow"/>
                <a:ea typeface="Arial Narrow"/>
                <a:cs typeface="Arial Narrow"/>
                <a:sym typeface="Arial Narrow"/>
              </a:rPr>
              <a:t>..... </a:t>
            </a:r>
            <a:r>
              <a:rPr lang="en-US" sz="2000" b="0" i="0" u="none" strike="noStrike" cap="none" dirty="0">
                <a:solidFill>
                  <a:srgbClr val="8CD872"/>
                </a:solidFill>
                <a:latin typeface="Arial Narrow"/>
                <a:ea typeface="Arial Narrow"/>
                <a:cs typeface="Arial Narrow"/>
                <a:sym typeface="Arial Narrow"/>
              </a:rPr>
              <a:t> </a:t>
            </a:r>
            <a:r>
              <a:rPr lang="en-US" sz="2000" b="1" i="0" u="none" strike="noStrike" cap="none" dirty="0">
                <a:solidFill>
                  <a:srgbClr val="8CD872"/>
                </a:solidFill>
                <a:latin typeface="Arial Narrow"/>
                <a:ea typeface="Arial Narrow"/>
                <a:cs typeface="Arial Narrow"/>
                <a:sym typeface="Arial Narrow"/>
              </a:rPr>
              <a:t>10</a:t>
            </a:r>
            <a:endParaRPr sz="2000" b="1" i="0" u="none" strike="noStrike" cap="none" dirty="0">
              <a:solidFill>
                <a:srgbClr val="8CD872"/>
              </a:solidFill>
              <a:latin typeface="Arial Narrow"/>
              <a:ea typeface="Arial Narrow"/>
              <a:cs typeface="Arial Narrow"/>
              <a:sym typeface="Arial Narrow"/>
            </a:endParaRPr>
          </a:p>
          <a:p>
            <a:pPr marL="1003300" marR="0" lvl="1" indent="-381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Arial Narrow"/>
              <a:buChar char="○"/>
            </a:pPr>
            <a:r>
              <a:rPr lang="en-US" sz="2000" b="1" i="0" u="none" strike="noStrike" cap="none" dirty="0">
                <a:solidFill>
                  <a:schemeClr val="lt1"/>
                </a:solidFill>
                <a:latin typeface="Arial Narrow"/>
                <a:ea typeface="Arial Narrow"/>
                <a:cs typeface="Arial Narrow"/>
                <a:sym typeface="Arial Narrow"/>
              </a:rPr>
              <a:t>Meal deal:</a:t>
            </a:r>
            <a:r>
              <a:rPr lang="en-US" sz="2000" b="0" i="0" u="none" strike="noStrike" cap="none" dirty="0">
                <a:solidFill>
                  <a:schemeClr val="lt1"/>
                </a:solidFill>
                <a:latin typeface="Arial Narrow"/>
                <a:ea typeface="Arial Narrow"/>
                <a:cs typeface="Arial Narrow"/>
                <a:sym typeface="Arial Narrow"/>
              </a:rPr>
              <a:t> </a:t>
            </a:r>
            <a:r>
              <a:rPr lang="en-US" sz="2000" i="0" u="none" strike="noStrike" cap="none" dirty="0">
                <a:solidFill>
                  <a:schemeClr val="lt1"/>
                </a:solidFill>
                <a:latin typeface="Arial Narrow"/>
                <a:ea typeface="Arial Narrow"/>
                <a:cs typeface="Arial Narrow"/>
                <a:sym typeface="Arial Narrow"/>
              </a:rPr>
              <a:t>Chips</a:t>
            </a:r>
            <a:r>
              <a:rPr lang="en-US" sz="2000" b="0" i="0" u="none" strike="noStrike" cap="none" dirty="0">
                <a:solidFill>
                  <a:schemeClr val="lt1"/>
                </a:solidFill>
                <a:latin typeface="Arial Narrow"/>
                <a:ea typeface="Arial Narrow"/>
                <a:cs typeface="Arial Narrow"/>
                <a:sym typeface="Arial Narrow"/>
              </a:rPr>
              <a:t> and drink ………………</a:t>
            </a:r>
            <a:r>
              <a:rPr lang="en-US" sz="2000" dirty="0">
                <a:solidFill>
                  <a:schemeClr val="lt1"/>
                </a:solidFill>
                <a:latin typeface="Arial Narrow"/>
                <a:ea typeface="Arial Narrow"/>
                <a:cs typeface="Arial Narrow"/>
                <a:sym typeface="Arial Narrow"/>
              </a:rPr>
              <a:t>………</a:t>
            </a:r>
            <a:r>
              <a:rPr lang="en-US" sz="2000" b="0" i="0" u="none" strike="noStrike" cap="none" dirty="0">
                <a:solidFill>
                  <a:schemeClr val="lt1"/>
                </a:solidFill>
                <a:latin typeface="Arial Narrow"/>
                <a:ea typeface="Arial Narrow"/>
                <a:cs typeface="Arial Narrow"/>
                <a:sym typeface="Arial Narrow"/>
              </a:rPr>
              <a:t>.…</a:t>
            </a:r>
            <a:r>
              <a:rPr lang="en-US" sz="2000" dirty="0">
                <a:solidFill>
                  <a:schemeClr val="lt1"/>
                </a:solidFill>
                <a:latin typeface="Arial Narrow"/>
                <a:ea typeface="Arial Narrow"/>
                <a:cs typeface="Arial Narrow"/>
                <a:sym typeface="Arial Narrow"/>
              </a:rPr>
              <a:t>…..</a:t>
            </a:r>
            <a:r>
              <a:rPr lang="en-US" sz="2000" b="0" i="0" u="none" strike="noStrike" cap="none" dirty="0">
                <a:solidFill>
                  <a:schemeClr val="lt1"/>
                </a:solidFill>
                <a:latin typeface="Arial Narrow"/>
                <a:ea typeface="Arial Narrow"/>
                <a:cs typeface="Arial Narrow"/>
                <a:sym typeface="Arial Narrow"/>
              </a:rPr>
              <a:t>  </a:t>
            </a:r>
            <a:r>
              <a:rPr lang="en-US" sz="2000" b="1" i="0" u="none" strike="noStrike" cap="none" dirty="0">
                <a:solidFill>
                  <a:srgbClr val="8CD872"/>
                </a:solidFill>
                <a:latin typeface="Arial Narrow"/>
                <a:ea typeface="Arial Narrow"/>
                <a:cs typeface="Arial Narrow"/>
                <a:sym typeface="Arial Narrow"/>
              </a:rPr>
              <a:t>Add 3</a:t>
            </a:r>
            <a:endParaRPr sz="2000" b="0" i="0" u="none" strike="noStrike" cap="none" dirty="0">
              <a:solidFill>
                <a:schemeClr val="lt1"/>
              </a:solidFill>
              <a:latin typeface="Arial Narrow"/>
              <a:ea typeface="Arial Narrow"/>
              <a:cs typeface="Arial Narrow"/>
              <a:sym typeface="Arial Narrow"/>
            </a:endParaRPr>
          </a:p>
          <a:p>
            <a:pPr marL="508000" marR="0" lvl="0" indent="-3492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 Narrow"/>
              <a:buChar char="●"/>
            </a:pPr>
            <a:r>
              <a:rPr lang="en-US" sz="2000" b="1" i="0" u="none" strike="noStrike" cap="none" dirty="0" err="1">
                <a:solidFill>
                  <a:schemeClr val="lt1"/>
                </a:solidFill>
                <a:latin typeface="Arial Narrow"/>
                <a:ea typeface="Arial Narrow"/>
                <a:cs typeface="Arial Narrow"/>
                <a:sym typeface="Arial Narrow"/>
              </a:rPr>
              <a:t>Pastelillos</a:t>
            </a:r>
            <a:r>
              <a:rPr lang="en-US" sz="2000" b="1" i="0" u="none" strike="noStrike" cap="none" dirty="0">
                <a:solidFill>
                  <a:schemeClr val="lt1"/>
                </a:solidFill>
                <a:latin typeface="Arial Narrow"/>
                <a:ea typeface="Arial Narrow"/>
                <a:cs typeface="Arial Narrow"/>
                <a:sym typeface="Arial Narrow"/>
              </a:rPr>
              <a:t>  </a:t>
            </a:r>
            <a:r>
              <a:rPr lang="en-US" sz="2000" i="0" u="none" strike="noStrike" cap="none" dirty="0">
                <a:solidFill>
                  <a:schemeClr val="lt1"/>
                </a:solidFill>
                <a:latin typeface="Arial Narrow"/>
                <a:ea typeface="Arial Narrow"/>
                <a:cs typeface="Arial Narrow"/>
                <a:sym typeface="Arial Narrow"/>
              </a:rPr>
              <a:t>………………………………........................................</a:t>
            </a:r>
            <a:r>
              <a:rPr lang="en-US" sz="2000" b="0" i="0" u="none" strike="noStrike" cap="none" dirty="0">
                <a:solidFill>
                  <a:schemeClr val="lt1"/>
                </a:solidFill>
                <a:latin typeface="Arial Narrow"/>
                <a:ea typeface="Arial Narrow"/>
                <a:cs typeface="Arial Narrow"/>
                <a:sym typeface="Arial Narrow"/>
              </a:rPr>
              <a:t>. </a:t>
            </a:r>
            <a:r>
              <a:rPr lang="en-US" sz="2000" dirty="0">
                <a:solidFill>
                  <a:srgbClr val="8CD872"/>
                </a:solidFill>
                <a:latin typeface="Arial Narrow"/>
                <a:ea typeface="Arial Narrow"/>
                <a:cs typeface="Arial Narrow"/>
                <a:sym typeface="Arial Narrow"/>
              </a:rPr>
              <a:t> </a:t>
            </a:r>
            <a:r>
              <a:rPr lang="en-US" sz="2000" b="1" dirty="0">
                <a:solidFill>
                  <a:srgbClr val="8CD872"/>
                </a:solidFill>
                <a:latin typeface="Arial Narrow"/>
                <a:ea typeface="Arial Narrow"/>
                <a:cs typeface="Arial Narrow"/>
                <a:sym typeface="Arial Narrow"/>
              </a:rPr>
              <a:t>5</a:t>
            </a:r>
            <a:endParaRPr sz="2000" b="1" i="0" u="none" strike="noStrike" cap="none" dirty="0">
              <a:solidFill>
                <a:srgbClr val="8CD872"/>
              </a:solidFill>
              <a:latin typeface="Arial Narrow"/>
              <a:ea typeface="Arial Narrow"/>
              <a:cs typeface="Arial Narrow"/>
              <a:sym typeface="Arial Narrow"/>
            </a:endParaRPr>
          </a:p>
          <a:p>
            <a:pPr marL="1003300" marR="0" lvl="1" indent="-381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Arial Narrow"/>
              <a:buChar char="○"/>
            </a:pPr>
            <a:r>
              <a:rPr lang="en-US" sz="2000" b="0" i="0" u="none" strike="noStrike" cap="none" dirty="0">
                <a:solidFill>
                  <a:schemeClr val="lt1"/>
                </a:solidFill>
                <a:latin typeface="Arial Narrow"/>
                <a:ea typeface="Arial Narrow"/>
                <a:cs typeface="Arial Narrow"/>
                <a:sym typeface="Arial Narrow"/>
              </a:rPr>
              <a:t>Stuffed fried </a:t>
            </a:r>
            <a:r>
              <a:rPr lang="en-US" sz="2000" b="1" i="0" u="none" strike="noStrike" cap="none" dirty="0">
                <a:solidFill>
                  <a:schemeClr val="lt1"/>
                </a:solidFill>
                <a:latin typeface="Arial Narrow"/>
                <a:ea typeface="Arial Narrow"/>
                <a:cs typeface="Arial Narrow"/>
                <a:sym typeface="Arial Narrow"/>
              </a:rPr>
              <a:t>empanadas</a:t>
            </a:r>
            <a:r>
              <a:rPr lang="en-US" sz="2000" b="0" i="0" u="none" strike="noStrike" cap="none" dirty="0">
                <a:solidFill>
                  <a:schemeClr val="lt1"/>
                </a:solidFill>
                <a:latin typeface="Arial Narrow"/>
                <a:ea typeface="Arial Narrow"/>
                <a:cs typeface="Arial Narrow"/>
                <a:sym typeface="Arial Narrow"/>
              </a:rPr>
              <a:t> (beef and cheese)</a:t>
            </a:r>
          </a:p>
          <a:p>
            <a:pPr marL="1003300" marR="0" lvl="1" indent="-381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Arial Narrow"/>
              <a:buChar char="○"/>
            </a:pPr>
            <a:endParaRPr lang="en-US" sz="2000" b="0" i="0" u="none" strike="noStrike" cap="none" dirty="0">
              <a:solidFill>
                <a:schemeClr val="lt1"/>
              </a:solidFill>
              <a:latin typeface="Arial Narrow"/>
              <a:ea typeface="Arial Narrow"/>
              <a:cs typeface="Arial Narrow"/>
              <a:sym typeface="Arial Narrow"/>
            </a:endParaRPr>
          </a:p>
          <a:p>
            <a:pPr marL="508000" marR="0" lvl="0" indent="-3492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 Narrow"/>
              <a:buChar char="●"/>
            </a:pPr>
            <a:r>
              <a:rPr lang="en-US" sz="2000" b="1" i="0" u="none" strike="noStrike" cap="none" dirty="0" err="1">
                <a:solidFill>
                  <a:schemeClr val="lt1"/>
                </a:solidFill>
                <a:latin typeface="Arial Narrow"/>
                <a:ea typeface="Arial Narrow"/>
                <a:cs typeface="Arial Narrow"/>
                <a:sym typeface="Arial Narrow"/>
              </a:rPr>
              <a:t>Pincho</a:t>
            </a:r>
            <a:r>
              <a:rPr lang="en-US" sz="2000" b="1" i="0" u="none" strike="noStrike" cap="none" dirty="0">
                <a:solidFill>
                  <a:schemeClr val="lt1"/>
                </a:solidFill>
                <a:latin typeface="Arial Narrow"/>
                <a:ea typeface="Arial Narrow"/>
                <a:cs typeface="Arial Narrow"/>
                <a:sym typeface="Arial Narrow"/>
              </a:rPr>
              <a:t> Fries</a:t>
            </a:r>
            <a:r>
              <a:rPr lang="en-US" sz="2000" i="0" u="none" strike="noStrike" cap="none" dirty="0">
                <a:solidFill>
                  <a:schemeClr val="lt1"/>
                </a:solidFill>
                <a:latin typeface="Arial Narrow"/>
                <a:ea typeface="Arial Narrow"/>
                <a:cs typeface="Arial Narrow"/>
                <a:sym typeface="Arial Narrow"/>
              </a:rPr>
              <a:t> .........................................</a:t>
            </a:r>
            <a:r>
              <a:rPr lang="en-US" sz="2000" b="0" i="0" u="none" strike="noStrike" cap="none" dirty="0">
                <a:solidFill>
                  <a:schemeClr val="lt1"/>
                </a:solidFill>
                <a:latin typeface="Arial Narrow"/>
                <a:ea typeface="Arial Narrow"/>
                <a:cs typeface="Arial Narrow"/>
                <a:sym typeface="Arial Narrow"/>
              </a:rPr>
              <a:t>........................................</a:t>
            </a:r>
            <a:r>
              <a:rPr lang="en-US" sz="2000" dirty="0">
                <a:solidFill>
                  <a:srgbClr val="8CD872"/>
                </a:solidFill>
                <a:latin typeface="Arial Narrow"/>
                <a:ea typeface="Arial Narrow"/>
                <a:cs typeface="Arial Narrow"/>
                <a:sym typeface="Arial Narrow"/>
              </a:rPr>
              <a:t> </a:t>
            </a:r>
            <a:r>
              <a:rPr lang="en-US" sz="2000" b="1" dirty="0">
                <a:solidFill>
                  <a:srgbClr val="8CD872"/>
                </a:solidFill>
                <a:latin typeface="Arial Narrow"/>
                <a:ea typeface="Arial Narrow"/>
                <a:cs typeface="Arial Narrow"/>
                <a:sym typeface="Arial Narrow"/>
              </a:rPr>
              <a:t>18</a:t>
            </a:r>
            <a:endParaRPr lang="en-US" sz="2000" b="1" i="0" u="none" strike="noStrike" cap="none" dirty="0">
              <a:solidFill>
                <a:srgbClr val="8CD872"/>
              </a:solidFill>
              <a:latin typeface="Arial Narrow"/>
              <a:ea typeface="Arial Narrow"/>
              <a:cs typeface="Arial Narrow"/>
              <a:sym typeface="Arial Narrow"/>
            </a:endParaRPr>
          </a:p>
          <a:p>
            <a:pPr marL="1003300" marR="0" lvl="1" indent="-381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Arial Narrow"/>
              <a:buChar char="○"/>
            </a:pPr>
            <a:r>
              <a:rPr lang="en-US" sz="2000" b="0" i="0" u="none" strike="noStrike" cap="none" dirty="0">
                <a:solidFill>
                  <a:schemeClr val="lt1"/>
                </a:solidFill>
                <a:latin typeface="Arial Narrow"/>
                <a:ea typeface="Arial Narrow"/>
                <a:cs typeface="Arial Narrow"/>
                <a:sym typeface="Arial Narrow"/>
              </a:rPr>
              <a:t>Includes </a:t>
            </a:r>
            <a:r>
              <a:rPr lang="en-US" sz="2000" i="0" u="none" strike="noStrike" cap="none" dirty="0">
                <a:solidFill>
                  <a:schemeClr val="lt1"/>
                </a:solidFill>
                <a:latin typeface="Arial Narrow"/>
                <a:ea typeface="Arial Narrow"/>
                <a:cs typeface="Arial Narrow"/>
                <a:sym typeface="Arial Narrow"/>
              </a:rPr>
              <a:t>smoked ch</a:t>
            </a:r>
            <a:r>
              <a:rPr lang="en-US" sz="2000" dirty="0">
                <a:solidFill>
                  <a:schemeClr val="lt1"/>
                </a:solidFill>
                <a:latin typeface="Arial Narrow"/>
                <a:ea typeface="Arial Narrow"/>
                <a:cs typeface="Arial Narrow"/>
                <a:sym typeface="Arial Narrow"/>
              </a:rPr>
              <a:t>icken, cheese, guava BBQ, and cilantro</a:t>
            </a:r>
            <a:endParaRPr lang="en-US" sz="2000" i="0" u="none" strike="noStrike" cap="none" dirty="0">
              <a:solidFill>
                <a:schemeClr val="lt1"/>
              </a:solidFill>
              <a:latin typeface="Arial Narrow"/>
              <a:ea typeface="Arial Narrow"/>
              <a:cs typeface="Arial Narrow"/>
              <a:sym typeface="Arial Narrow"/>
            </a:endParaRPr>
          </a:p>
          <a:p>
            <a:pPr marL="508000" marR="0" lvl="0" indent="-3492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 Narrow"/>
              <a:buChar char="●"/>
            </a:pPr>
            <a:r>
              <a:rPr lang="en-US" sz="2000" b="1" i="0" u="none" strike="noStrike" cap="none" dirty="0">
                <a:solidFill>
                  <a:schemeClr val="lt1"/>
                </a:solidFill>
                <a:latin typeface="Arial Narrow"/>
                <a:ea typeface="Arial Narrow"/>
                <a:cs typeface="Arial Narrow"/>
                <a:sym typeface="Arial Narrow"/>
              </a:rPr>
              <a:t>Regular Fries </a:t>
            </a:r>
            <a:r>
              <a:rPr lang="en-US" sz="2000" i="0" u="none" strike="noStrike" cap="none" dirty="0">
                <a:solidFill>
                  <a:schemeClr val="lt1"/>
                </a:solidFill>
                <a:latin typeface="Arial Narrow"/>
                <a:ea typeface="Arial Narrow"/>
                <a:cs typeface="Arial Narrow"/>
                <a:sym typeface="Arial Narrow"/>
              </a:rPr>
              <a:t>……………..……………..........................................</a:t>
            </a:r>
            <a:r>
              <a:rPr lang="en-US" sz="2000" b="0" i="0" u="none" strike="noStrike" cap="none" dirty="0">
                <a:solidFill>
                  <a:schemeClr val="lt1"/>
                </a:solidFill>
                <a:latin typeface="Arial Narrow"/>
                <a:ea typeface="Arial Narrow"/>
                <a:cs typeface="Arial Narrow"/>
                <a:sym typeface="Arial Narrow"/>
              </a:rPr>
              <a:t>.</a:t>
            </a:r>
            <a:r>
              <a:rPr lang="en-US" sz="2000" dirty="0">
                <a:solidFill>
                  <a:srgbClr val="8CD872"/>
                </a:solidFill>
                <a:latin typeface="Arial Narrow"/>
                <a:ea typeface="Arial Narrow"/>
                <a:cs typeface="Arial Narrow"/>
                <a:sym typeface="Arial Narrow"/>
              </a:rPr>
              <a:t> </a:t>
            </a:r>
            <a:r>
              <a:rPr lang="en-US" sz="2000" b="1" dirty="0">
                <a:solidFill>
                  <a:srgbClr val="8CD872"/>
                </a:solidFill>
                <a:latin typeface="Arial Narrow"/>
                <a:ea typeface="Arial Narrow"/>
                <a:cs typeface="Arial Narrow"/>
                <a:sym typeface="Arial Narrow"/>
              </a:rPr>
              <a:t>9</a:t>
            </a:r>
            <a:endParaRPr lang="en-US" sz="2000" b="0" i="0" u="none" strike="noStrike" cap="none" dirty="0">
              <a:solidFill>
                <a:schemeClr val="lt1"/>
              </a:solidFill>
              <a:latin typeface="Arial Narrow"/>
              <a:ea typeface="Arial Narrow"/>
              <a:cs typeface="Arial Narrow"/>
              <a:sym typeface="Arial Narrow"/>
            </a:endParaRPr>
          </a:p>
          <a:p>
            <a:pPr marL="508000" marR="0" lvl="0" indent="-3492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 Narrow"/>
              <a:buChar char="●"/>
            </a:pPr>
            <a:r>
              <a:rPr lang="en-US" sz="2000" b="1" dirty="0">
                <a:solidFill>
                  <a:schemeClr val="lt1"/>
                </a:solidFill>
                <a:latin typeface="Arial Narrow"/>
                <a:ea typeface="Arial Narrow"/>
                <a:cs typeface="Arial Narrow"/>
                <a:sym typeface="Arial Narrow"/>
              </a:rPr>
              <a:t>Homestyle Fries</a:t>
            </a:r>
            <a:r>
              <a:rPr lang="en-US" sz="1600" b="1" dirty="0">
                <a:solidFill>
                  <a:schemeClr val="lt1"/>
                </a:solidFill>
                <a:latin typeface="Arial Narrow"/>
                <a:ea typeface="Arial Narrow"/>
                <a:cs typeface="Arial Narrow"/>
                <a:sym typeface="Arial Narrow"/>
              </a:rPr>
              <a:t> </a:t>
            </a:r>
            <a:r>
              <a:rPr lang="en-US" sz="2000" b="1" i="0" u="none" strike="noStrike" cap="none" dirty="0">
                <a:solidFill>
                  <a:schemeClr val="lt1"/>
                </a:solidFill>
                <a:latin typeface="Arial Narrow"/>
                <a:ea typeface="Arial Narrow"/>
                <a:cs typeface="Arial Narrow"/>
                <a:sym typeface="Arial Narrow"/>
              </a:rPr>
              <a:t> </a:t>
            </a:r>
            <a:r>
              <a:rPr lang="en-US" sz="2000" i="0" u="none" strike="noStrike" cap="none" dirty="0">
                <a:solidFill>
                  <a:schemeClr val="lt1"/>
                </a:solidFill>
                <a:latin typeface="Arial Narrow"/>
                <a:ea typeface="Arial Narrow"/>
                <a:cs typeface="Arial Narrow"/>
                <a:sym typeface="Arial Narrow"/>
              </a:rPr>
              <a:t>…….………………….........................................</a:t>
            </a:r>
            <a:r>
              <a:rPr lang="en-US" sz="2000" b="0" i="0" u="none" strike="noStrike" cap="none" dirty="0">
                <a:solidFill>
                  <a:schemeClr val="lt1"/>
                </a:solidFill>
                <a:latin typeface="Arial Narrow"/>
                <a:ea typeface="Arial Narrow"/>
                <a:cs typeface="Arial Narrow"/>
                <a:sym typeface="Arial Narrow"/>
              </a:rPr>
              <a:t>.</a:t>
            </a:r>
            <a:r>
              <a:rPr lang="en-US" sz="2000" dirty="0">
                <a:solidFill>
                  <a:srgbClr val="8CD872"/>
                </a:solidFill>
                <a:latin typeface="Arial Narrow"/>
                <a:ea typeface="Arial Narrow"/>
                <a:cs typeface="Arial Narrow"/>
                <a:sym typeface="Arial Narrow"/>
              </a:rPr>
              <a:t> </a:t>
            </a:r>
            <a:r>
              <a:rPr lang="en-US" sz="2000" b="1" dirty="0">
                <a:solidFill>
                  <a:srgbClr val="8CD872"/>
                </a:solidFill>
                <a:latin typeface="Arial Narrow"/>
                <a:ea typeface="Arial Narrow"/>
                <a:cs typeface="Arial Narrow"/>
                <a:sym typeface="Arial Narrow"/>
              </a:rPr>
              <a:t>5</a:t>
            </a:r>
            <a:br>
              <a:rPr lang="en-US" sz="600" b="0" i="0" u="none" strike="noStrike" cap="none" dirty="0">
                <a:solidFill>
                  <a:schemeClr val="lt1"/>
                </a:solidFill>
                <a:latin typeface="Arial Narrow"/>
                <a:ea typeface="Arial Narrow"/>
                <a:cs typeface="Arial Narrow"/>
                <a:sym typeface="Arial Narrow"/>
              </a:rPr>
            </a:br>
            <a:endParaRPr sz="900" b="0" i="0" u="none" strike="noStrike" cap="none" dirty="0">
              <a:solidFill>
                <a:schemeClr val="lt1"/>
              </a:solidFill>
              <a:latin typeface="Arial Narrow"/>
              <a:ea typeface="Arial Narrow"/>
              <a:cs typeface="Arial Narrow"/>
              <a:sym typeface="Arial Narrow"/>
            </a:endParaRP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3E17D531-448D-4279-979C-624A02988018}"/>
              </a:ext>
            </a:extLst>
          </p:cNvPr>
          <p:cNvGrpSpPr/>
          <p:nvPr/>
        </p:nvGrpSpPr>
        <p:grpSpPr>
          <a:xfrm>
            <a:off x="616961" y="2980282"/>
            <a:ext cx="767339" cy="1263632"/>
            <a:chOff x="616961" y="2980282"/>
            <a:chExt cx="767339" cy="1263632"/>
          </a:xfrm>
        </p:grpSpPr>
        <p:grpSp>
          <p:nvGrpSpPr>
            <p:cNvPr id="2" name="Group 1">
              <a:extLst>
                <a:ext uri="{FF2B5EF4-FFF2-40B4-BE49-F238E27FC236}">
                  <a16:creationId xmlns:a16="http://schemas.microsoft.com/office/drawing/2014/main" id="{E2324FCD-CD66-4312-9CC3-289E20792CB3}"/>
                </a:ext>
              </a:extLst>
            </p:cNvPr>
            <p:cNvGrpSpPr/>
            <p:nvPr/>
          </p:nvGrpSpPr>
          <p:grpSpPr>
            <a:xfrm>
              <a:off x="616961" y="2980282"/>
              <a:ext cx="767339" cy="1263632"/>
              <a:chOff x="1832007" y="9525805"/>
              <a:chExt cx="2222636" cy="3730290"/>
            </a:xfrm>
          </p:grpSpPr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0FE03A10-83EE-4E62-8945-9652961EE2C4}"/>
                  </a:ext>
                </a:extLst>
              </p:cNvPr>
              <p:cNvSpPr/>
              <p:nvPr/>
            </p:nvSpPr>
            <p:spPr>
              <a:xfrm>
                <a:off x="2993011" y="12888450"/>
                <a:ext cx="1061632" cy="367645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16" name="Connector: Elbow 15">
                <a:extLst>
                  <a:ext uri="{FF2B5EF4-FFF2-40B4-BE49-F238E27FC236}">
                    <a16:creationId xmlns:a16="http://schemas.microsoft.com/office/drawing/2014/main" id="{89C2B68B-4555-4870-80E2-1E9EECA6FD23}"/>
                  </a:ext>
                </a:extLst>
              </p:cNvPr>
              <p:cNvCxnSpPr>
                <a:cxnSpLocks/>
                <a:endCxn id="15" idx="1"/>
              </p:cNvCxnSpPr>
              <p:nvPr/>
            </p:nvCxnSpPr>
            <p:spPr>
              <a:xfrm rot="16200000" flipH="1">
                <a:off x="639275" y="10718537"/>
                <a:ext cx="3546468" cy="1161003"/>
              </a:xfrm>
              <a:prstGeom prst="bentConnector2">
                <a:avLst/>
              </a:prstGeom>
              <a:ln w="19050" cap="rnd">
                <a:solidFill>
                  <a:schemeClr val="bg1"/>
                </a:solidFill>
                <a:prstDash val="sysDot"/>
                <a:round/>
                <a:tailEnd type="stealt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D3358302-2F07-4480-9FFB-A14A74C449C8}"/>
                </a:ext>
              </a:extLst>
            </p:cNvPr>
            <p:cNvGrpSpPr/>
            <p:nvPr/>
          </p:nvGrpSpPr>
          <p:grpSpPr>
            <a:xfrm flipV="1">
              <a:off x="1036708" y="3083798"/>
              <a:ext cx="90277" cy="330917"/>
              <a:chOff x="3085806" y="9913238"/>
              <a:chExt cx="264234" cy="968572"/>
            </a:xfrm>
          </p:grpSpPr>
          <p:cxnSp>
            <p:nvCxnSpPr>
              <p:cNvPr id="19" name="Straight Connector 18">
                <a:extLst>
                  <a:ext uri="{FF2B5EF4-FFF2-40B4-BE49-F238E27FC236}">
                    <a16:creationId xmlns:a16="http://schemas.microsoft.com/office/drawing/2014/main" id="{EBF62D70-9FD7-4545-88C9-F38645F769E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215474" y="9913238"/>
                <a:ext cx="0" cy="968572"/>
              </a:xfrm>
              <a:prstGeom prst="line">
                <a:avLst/>
              </a:prstGeom>
              <a:ln w="19050" cap="rnd">
                <a:solidFill>
                  <a:schemeClr val="bg1"/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0" name="Oval 19">
                <a:extLst>
                  <a:ext uri="{FF2B5EF4-FFF2-40B4-BE49-F238E27FC236}">
                    <a16:creationId xmlns:a16="http://schemas.microsoft.com/office/drawing/2014/main" id="{8DF4EC53-77B1-4B25-859B-4AFA5A873257}"/>
                  </a:ext>
                </a:extLst>
              </p:cNvPr>
              <p:cNvSpPr/>
              <p:nvPr/>
            </p:nvSpPr>
            <p:spPr>
              <a:xfrm>
                <a:off x="3085806" y="10228896"/>
                <a:ext cx="264234" cy="264232"/>
              </a:xfrm>
              <a:prstGeom prst="ellipse">
                <a:avLst/>
              </a:prstGeom>
              <a:solidFill>
                <a:srgbClr val="262626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47</TotalTime>
  <Words>135</Words>
  <Application>Microsoft Office PowerPoint</Application>
  <PresentationFormat>Custom</PresentationFormat>
  <Paragraphs>32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Open Sans</vt:lpstr>
      <vt:lpstr>Arial Narrow</vt:lpstr>
      <vt:lpstr>Arial</vt:lpstr>
      <vt:lpstr>Play</vt:lpstr>
      <vt:lpstr>Office Theme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Simeon Wuthier</dc:creator>
  <cp:lastModifiedBy>Simeon Wuthier</cp:lastModifiedBy>
  <cp:revision>34</cp:revision>
  <dcterms:modified xsi:type="dcterms:W3CDTF">2025-12-06T00:06:10Z</dcterms:modified>
</cp:coreProperties>
</file>