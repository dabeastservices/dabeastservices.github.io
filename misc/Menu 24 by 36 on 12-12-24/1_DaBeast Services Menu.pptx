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945600" cy="32918400"/>
  <p:notesSz cx="6858000" cy="9144000"/>
  <p:embeddedFontLst>
    <p:embeddedFont>
      <p:font typeface="Arial Narrow" panose="020B0606020202030204" pitchFamily="34" charset="0"/>
      <p:regular r:id="rId4"/>
      <p:bold r:id="rId5"/>
      <p:italic r:id="rId6"/>
      <p:boldItalic r:id="rId7"/>
    </p:embeddedFont>
    <p:embeddedFont>
      <p:font typeface="Open Sans" panose="020B0604020202020204" charset="0"/>
      <p:regular r:id="rId8"/>
      <p:bold r:id="rId9"/>
      <p:italic r:id="rId10"/>
      <p:boldItalic r:id="rId11"/>
    </p:embeddedFont>
    <p:embeddedFont>
      <p:font typeface="Play" panose="020B0604020202020204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jKFnJc44UMJ+EG8+cMa2aYXiGa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D8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562" y="-19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401336" y="1143000"/>
            <a:ext cx="20553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00300" y="1143000"/>
            <a:ext cx="2057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645920" y="5387343"/>
            <a:ext cx="18653700" cy="114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0"/>
              <a:buFont typeface="Play"/>
              <a:buNone/>
              <a:defRPr sz="147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743200" y="17289783"/>
            <a:ext cx="16459200" cy="79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 sz="5900"/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6pPr>
            <a:lvl7pPr lvl="6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7pPr>
            <a:lvl8pPr lvl="7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8pPr>
            <a:lvl9pPr lvl="8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508762" y="8763001"/>
            <a:ext cx="18928200" cy="208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60325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marL="914400" lvl="1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marL="1371600" lvl="2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marL="1828800" lvl="3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marL="2286000" lvl="4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marL="2743200" lvl="5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marL="3200400" lvl="6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marL="3657600" lvl="7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marL="4114800" lvl="8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497331" y="8206749"/>
            <a:ext cx="18928200" cy="136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0"/>
              <a:buFont typeface="Play"/>
              <a:buNone/>
              <a:defRPr sz="147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497331" y="22029429"/>
            <a:ext cx="18928200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757575"/>
              </a:buClr>
              <a:buSzPts val="5900"/>
              <a:buNone/>
              <a:defRPr sz="59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4900"/>
              <a:buNone/>
              <a:defRPr sz="49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4400"/>
              <a:buNone/>
              <a:defRPr sz="4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57575"/>
              </a:buClr>
              <a:buSzPts val="3900"/>
              <a:buNone/>
              <a:defRPr sz="39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508762" y="8763001"/>
            <a:ext cx="9327300" cy="208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60325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marL="914400" lvl="1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marL="1371600" lvl="2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marL="1828800" lvl="3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marL="2286000" lvl="4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marL="2743200" lvl="5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marL="3200400" lvl="6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marL="3657600" lvl="7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marL="4114800" lvl="8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11109962" y="8763001"/>
            <a:ext cx="9327300" cy="208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60325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marL="914400" lvl="1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marL="1371600" lvl="2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marL="1828800" lvl="3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marL="2286000" lvl="4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marL="2743200" lvl="5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marL="3200400" lvl="6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marL="3657600" lvl="7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marL="4114800" lvl="8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511619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511619" y="8069581"/>
            <a:ext cx="9284100" cy="3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 sz="5900" b="1"/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 b="1"/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b="1"/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6pPr>
            <a:lvl7pPr marL="3200400" lvl="6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7pPr>
            <a:lvl8pPr marL="3657600" lvl="7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511619" y="12024360"/>
            <a:ext cx="9284100" cy="176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60325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marL="914400" lvl="1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marL="1371600" lvl="2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marL="1828800" lvl="3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marL="2286000" lvl="4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marL="2743200" lvl="5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marL="3200400" lvl="6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marL="3657600" lvl="7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marL="4114800" lvl="8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11109962" y="8069581"/>
            <a:ext cx="9329400" cy="3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 sz="5900" b="1"/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 b="1"/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b="1"/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6pPr>
            <a:lvl7pPr marL="3200400" lvl="6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7pPr>
            <a:lvl8pPr marL="3657600" lvl="7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11109962" y="12024360"/>
            <a:ext cx="9329400" cy="176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60325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marL="914400" lvl="1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marL="1371600" lvl="2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marL="1828800" lvl="3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marL="2286000" lvl="4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marL="2743200" lvl="5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marL="3200400" lvl="6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marL="3657600" lvl="7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marL="4114800" lvl="8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511619" y="2194559"/>
            <a:ext cx="7078200" cy="76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Play"/>
              <a:buNone/>
              <a:defRPr sz="78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9329738" y="4739646"/>
            <a:ext cx="11110200" cy="23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7239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800"/>
              <a:buChar char="•"/>
              <a:defRPr sz="7800"/>
            </a:lvl1pPr>
            <a:lvl2pPr marL="914400" lvl="1" indent="-666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900"/>
              <a:buChar char="•"/>
              <a:defRPr sz="6900"/>
            </a:lvl2pPr>
            <a:lvl3pPr marL="1371600" lvl="2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 sz="5900"/>
            </a:lvl3pPr>
            <a:lvl4pPr marL="1828800" lvl="3" indent="-539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4pPr>
            <a:lvl5pPr marL="2286000" lvl="4" indent="-539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5pPr>
            <a:lvl6pPr marL="2743200" lvl="5" indent="-539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6pPr>
            <a:lvl7pPr marL="3200400" lvl="6" indent="-539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7pPr>
            <a:lvl8pPr marL="3657600" lvl="7" indent="-539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8pPr>
            <a:lvl9pPr marL="4114800" lvl="8" indent="-5397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Char char="•"/>
              <a:defRPr sz="4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511619" y="9875522"/>
            <a:ext cx="7078200" cy="18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/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marL="3200400" lvl="6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marL="3657600" lvl="7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1511619" y="2194559"/>
            <a:ext cx="7078200" cy="76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Play"/>
              <a:buNone/>
              <a:defRPr sz="78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9329738" y="4739646"/>
            <a:ext cx="11110200" cy="233937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1511619" y="9875522"/>
            <a:ext cx="7078200" cy="18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900"/>
              <a:buNone/>
              <a:defRPr sz="3900"/>
            </a:lvl1pPr>
            <a:lvl2pPr marL="914400" lvl="1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/>
            </a:lvl2pPr>
            <a:lvl3pPr marL="1371600" lvl="2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3pPr>
            <a:lvl4pPr marL="1828800" lvl="3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marL="2286000" lvl="4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marL="2743200" lvl="5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marL="3200400" lvl="6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marL="3657600" lvl="7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529592" y="9742051"/>
            <a:ext cx="20886300" cy="189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60325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marL="914400" lvl="1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marL="1371600" lvl="2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marL="1828800" lvl="3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marL="2286000" lvl="4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marL="2743200" lvl="5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marL="3200400" lvl="6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marL="3657600" lvl="7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marL="4114800" lvl="8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4122542" y="13335000"/>
            <a:ext cx="27896700" cy="47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-5478748" y="8740050"/>
            <a:ext cx="27896700" cy="139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lvl="0" indent="-60325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1pPr>
            <a:lvl2pPr marL="914400" lvl="1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2pPr>
            <a:lvl3pPr marL="1371600" lvl="2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3pPr>
            <a:lvl4pPr marL="1828800" lvl="3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4pPr>
            <a:lvl5pPr marL="2286000" lvl="4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5pPr>
            <a:lvl6pPr marL="2743200" lvl="5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6pPr>
            <a:lvl7pPr marL="3200400" lvl="6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7pPr>
            <a:lvl8pPr marL="3657600" lvl="7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8pPr>
            <a:lvl9pPr marL="4114800" lvl="8" indent="-6032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46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508762" y="1752606"/>
            <a:ext cx="18928200" cy="6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Play"/>
              <a:buNone/>
              <a:defRPr sz="10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 sz="59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508762" y="8763001"/>
            <a:ext cx="18928200" cy="208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normAutofit/>
          </a:bodyPr>
          <a:lstStyle>
            <a:lvl1pPr marL="457200" marR="0" lvl="0" indent="-66675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900"/>
              <a:buFont typeface="Arial"/>
              <a:buChar char="•"/>
              <a:defRPr sz="6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032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Arial"/>
              <a:buChar char="•"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5397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Char char="•"/>
              <a:defRPr sz="4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08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08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08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08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08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080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50876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7269482" y="30510487"/>
            <a:ext cx="74064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4600"/>
              <a:buNone/>
              <a:defRPr sz="5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5499082" y="30510487"/>
            <a:ext cx="49383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2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abeastservices.com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-326828"/>
            <a:ext cx="21945600" cy="3352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5297875"/>
            <a:ext cx="21945600" cy="279021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1204134" y="13674477"/>
            <a:ext cx="10168200" cy="6698143"/>
          </a:xfrm>
          <a:prstGeom prst="roundRect">
            <a:avLst>
              <a:gd name="adj" fmla="val 4489"/>
            </a:avLst>
          </a:prstGeom>
          <a:solidFill>
            <a:srgbClr val="3F3F3F"/>
          </a:solidFill>
          <a:ln>
            <a:noFill/>
          </a:ln>
        </p:spPr>
        <p:txBody>
          <a:bodyPr spcFirstLastPara="1" wrap="square" lIns="298525" tIns="149225" rIns="298525" bIns="1492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721363" y="857002"/>
            <a:ext cx="17097600" cy="19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0" b="1" i="0" u="none" strike="noStrike" cap="none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DaBeast</a:t>
            </a:r>
            <a:r>
              <a:rPr lang="en-US" sz="11000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1000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Catering LLC</a:t>
            </a:r>
            <a:endParaRPr sz="4600" dirty="0"/>
          </a:p>
        </p:txBody>
      </p:sp>
      <p:pic>
        <p:nvPicPr>
          <p:cNvPr id="93" name="Google Shape;93;p1" descr="A bull face with horn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8621" y="887749"/>
            <a:ext cx="3582738" cy="358274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573151" y="5896470"/>
            <a:ext cx="10631100" cy="12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00" b="1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Breakfast</a:t>
            </a:r>
            <a:br>
              <a:rPr lang="en-US" sz="11800" b="0" i="0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5900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927100" marR="0" lvl="0" indent="-933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Monte Cristo w/ House Syrup ……………………………….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15</a:t>
            </a:r>
            <a:endParaRPr sz="4600" dirty="0"/>
          </a:p>
          <a:p>
            <a:pPr marL="14986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9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927100" marR="0" lvl="0" indent="-933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Waffle Breakfast Tacos …...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16</a:t>
            </a:r>
            <a:br>
              <a:rPr lang="en-US" sz="16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2600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4986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Made from the freshest </a:t>
            </a:r>
            <a:r>
              <a:rPr lang="en-US" sz="4600" b="1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plantains</a:t>
            </a:r>
            <a:endParaRPr sz="5900" b="1" i="1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900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927100" marR="0" lvl="0" indent="-933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Signature French Toast …..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13</a:t>
            </a:r>
            <a:endParaRPr sz="4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900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117600" marR="0" lvl="0" indent="-1123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Queso Frito ………………..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12</a:t>
            </a:r>
            <a:endParaRPr sz="4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    </a:t>
            </a:r>
            <a:r>
              <a:rPr lang="en-US" sz="4600" i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</a:t>
            </a:r>
            <a:r>
              <a:rPr lang="en-US" sz="4600" b="1" i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cheese</a:t>
            </a:r>
            <a:r>
              <a:rPr lang="en-US" sz="4600" i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w/ </a:t>
            </a:r>
            <a:r>
              <a:rPr lang="en-US" sz="4600" b="1" i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guava marmalade</a:t>
            </a:r>
            <a:endParaRPr sz="4600" b="1" dirty="0"/>
          </a:p>
        </p:txBody>
      </p:sp>
      <p:sp>
        <p:nvSpPr>
          <p:cNvPr id="95" name="Google Shape;95;p1"/>
          <p:cNvSpPr txBox="1"/>
          <p:nvPr/>
        </p:nvSpPr>
        <p:spPr>
          <a:xfrm>
            <a:off x="11393984" y="5896485"/>
            <a:ext cx="9859200" cy="15674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Lunch / Dinner</a:t>
            </a:r>
            <a:br>
              <a:rPr lang="en-US" sz="118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5900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927100" marR="0" lvl="0" indent="-933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Arroz con Pollo Plate  ……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14</a:t>
            </a: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sz="4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   </a:t>
            </a:r>
            <a:r>
              <a:rPr lang="en-US" sz="4600" b="1" i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Rice</a:t>
            </a:r>
            <a:r>
              <a:rPr lang="en-US" sz="4600" i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, </a:t>
            </a:r>
            <a:r>
              <a:rPr lang="en-US" sz="4600" b="1" i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beans</a:t>
            </a:r>
            <a:r>
              <a:rPr lang="en-US" sz="4600" i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w/ </a:t>
            </a:r>
            <a:r>
              <a:rPr lang="en-US" sz="4600" b="1" i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smoked chicken</a:t>
            </a:r>
            <a:endParaRPr sz="4600" b="1" i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900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927100" marR="0" lvl="0" indent="-933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 err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Pinchos</a:t>
            </a: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…………………….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16</a:t>
            </a:r>
            <a:endParaRPr sz="4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   </a:t>
            </a:r>
            <a:r>
              <a:rPr lang="en-US" sz="4600" b="1" i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Smoked chicken skewers</a:t>
            </a:r>
            <a:r>
              <a:rPr lang="en-US" sz="46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 </a:t>
            </a:r>
            <a:endParaRPr sz="46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Sides</a:t>
            </a:r>
            <a:endParaRPr sz="4600" dirty="0"/>
          </a:p>
          <a:p>
            <a:pPr marL="1117600" marR="0" lvl="0" indent="-1123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 err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Platanos</a:t>
            </a: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Maduros ..............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sz="4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          </a:t>
            </a:r>
            <a:r>
              <a:rPr lang="en-US" sz="4600" i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Sweet </a:t>
            </a:r>
            <a:r>
              <a:rPr lang="en-US" sz="4600" b="1" i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plantains</a:t>
            </a:r>
            <a:endParaRPr sz="4600" b="1" i="1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117600" marR="0" lvl="0" indent="-1123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 err="1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Tostones</a:t>
            </a: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……………………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sz="4600" dirty="0"/>
          </a:p>
          <a:p>
            <a:pPr marL="14986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0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       Crisped </a:t>
            </a:r>
            <a:r>
              <a:rPr lang="en-US" sz="4600" b="1" i="1" u="none" strike="noStrike" cap="none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plantains</a:t>
            </a:r>
            <a:endParaRPr lang="en-US" sz="4600" b="1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117600" marR="0" lvl="0" indent="-1123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Arroz con Pollo …………….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lang="en-US" sz="4600" b="0" i="0" u="none" strike="noStrike" cap="none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1117600" marR="0" lvl="0" indent="-11239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Beans ……………………….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br>
              <a:rPr lang="en-US" sz="16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lang="en-US" sz="2600" b="1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2600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982914" y="20325056"/>
            <a:ext cx="10221000" cy="665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Desserts</a:t>
            </a:r>
            <a:endParaRPr sz="7800" b="1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927100" marR="0" lvl="0" indent="-558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Arial"/>
              <a:buNone/>
            </a:pPr>
            <a:endParaRPr sz="5900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927100" marR="0" lvl="0" indent="-933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Oreos ………………..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endParaRPr sz="4600" dirty="0"/>
          </a:p>
          <a:p>
            <a:pPr marL="927100" marR="0" lvl="0" indent="-933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Cheesecake Bites </a:t>
            </a:r>
            <a:r>
              <a:rPr lang="en-US" sz="59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…. </a:t>
            </a:r>
            <a:r>
              <a:rPr lang="en-US" sz="5900" b="1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7</a:t>
            </a:r>
            <a:endParaRPr sz="4600" dirty="0"/>
          </a:p>
          <a:p>
            <a:pPr marL="927100" marR="0" lvl="0" indent="-933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Limber De Coco (Ice Cream) …………………………….…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endParaRPr sz="4600" b="1" dirty="0">
              <a:solidFill>
                <a:srgbClr val="8CD872"/>
              </a:solidFill>
            </a:endParaRPr>
          </a:p>
        </p:txBody>
      </p:sp>
      <p:cxnSp>
        <p:nvCxnSpPr>
          <p:cNvPr id="97" name="Google Shape;97;p1"/>
          <p:cNvCxnSpPr/>
          <p:nvPr/>
        </p:nvCxnSpPr>
        <p:spPr>
          <a:xfrm>
            <a:off x="497853" y="8161388"/>
            <a:ext cx="20755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8" name="Google Shape;98;p1"/>
          <p:cNvCxnSpPr/>
          <p:nvPr/>
        </p:nvCxnSpPr>
        <p:spPr>
          <a:xfrm>
            <a:off x="497853" y="22423555"/>
            <a:ext cx="20755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9" name="Google Shape;99;p1"/>
          <p:cNvSpPr txBox="1"/>
          <p:nvPr/>
        </p:nvSpPr>
        <p:spPr>
          <a:xfrm>
            <a:off x="11416931" y="20325037"/>
            <a:ext cx="9859200" cy="10396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00" b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Beverages</a:t>
            </a:r>
            <a:endParaRPr sz="4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900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927100" marR="0" lvl="0" indent="-933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Guanabana ……………….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4.5</a:t>
            </a:r>
            <a:endParaRPr sz="4600" dirty="0"/>
          </a:p>
          <a:p>
            <a:pPr marL="2984500" marR="0" lvl="1" indent="-1041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 Narrow"/>
              <a:buChar char="○"/>
            </a:pPr>
            <a:r>
              <a:rPr lang="en-US" sz="4600" i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Creamy tart drink derived from indigenous fruit </a:t>
            </a:r>
            <a:r>
              <a:rPr lang="en-US" sz="46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☺</a:t>
            </a:r>
            <a:br>
              <a:rPr lang="en-US" sz="46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5900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927100" marR="0" lvl="0" indent="-933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Soft Drinks ………………….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endParaRPr lang="en-US" sz="4600" dirty="0"/>
          </a:p>
          <a:p>
            <a:pPr marL="2984500" marR="0" lvl="1" indent="-10414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 Narrow"/>
              <a:buChar char="○"/>
            </a:pPr>
            <a:r>
              <a:rPr lang="en-US" sz="4600" i="1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Gatorade, Red Bull, Coke, Sprite, Fanta, Iced Tea, etc.</a:t>
            </a:r>
            <a:b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sz="5900" dirty="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927100" marR="0" lvl="0" indent="-9334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Arial"/>
              <a:buChar char="•"/>
            </a:pPr>
            <a:r>
              <a:rPr lang="en-US" sz="5900" dirty="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Water ……………………….. </a:t>
            </a:r>
            <a:r>
              <a:rPr lang="en-US" sz="5900" b="1" dirty="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endParaRPr sz="4600" dirty="0"/>
          </a:p>
        </p:txBody>
      </p:sp>
      <p:pic>
        <p:nvPicPr>
          <p:cNvPr id="100" name="Google Shape;100;p1" descr="A qr code with black square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6864" y="27620525"/>
            <a:ext cx="2750509" cy="27505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/>
        </p:nvSpPr>
        <p:spPr>
          <a:xfrm>
            <a:off x="480637" y="30642517"/>
            <a:ext cx="9708600" cy="1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i="1" dirty="0">
                <a:solidFill>
                  <a:srgbClr val="8CD87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https://dabeastservices.com</a:t>
            </a:r>
            <a:endParaRPr sz="5200" i="1" dirty="0">
              <a:solidFill>
                <a:srgbClr val="8CD87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1914874" y="2932280"/>
            <a:ext cx="9065400" cy="1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8525" tIns="149225" rIns="298525" bIns="14922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i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(719</a:t>
            </a:r>
            <a:r>
              <a:rPr lang="en-US" sz="52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 243-2541</a:t>
            </a:r>
            <a:endParaRPr sz="46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9BC8E4F-F1B3-429B-848E-7469C6B46DF6}"/>
              </a:ext>
            </a:extLst>
          </p:cNvPr>
          <p:cNvGrpSpPr/>
          <p:nvPr/>
        </p:nvGrpSpPr>
        <p:grpSpPr>
          <a:xfrm>
            <a:off x="7146392" y="5996758"/>
            <a:ext cx="2930492" cy="1916924"/>
            <a:chOff x="2456527" y="1973910"/>
            <a:chExt cx="799871" cy="52322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C425215-A9D9-4BDE-AD26-1869D73D1439}"/>
                </a:ext>
              </a:extLst>
            </p:cNvPr>
            <p:cNvSpPr txBox="1"/>
            <p:nvPr/>
          </p:nvSpPr>
          <p:spPr>
            <a:xfrm>
              <a:off x="2510985" y="1986715"/>
              <a:ext cx="690957" cy="4788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5400" b="1" dirty="0">
                  <a:solidFill>
                    <a:schemeClr val="bg1"/>
                  </a:solidFill>
                </a:rPr>
                <a:t>Served</a:t>
              </a:r>
              <a:br>
                <a:rPr lang="en-US" sz="5400" b="1" dirty="0">
                  <a:solidFill>
                    <a:schemeClr val="bg1"/>
                  </a:solidFill>
                </a:rPr>
              </a:br>
              <a:r>
                <a:rPr lang="en-US" sz="5400" b="1" dirty="0">
                  <a:solidFill>
                    <a:schemeClr val="bg1"/>
                  </a:solidFill>
                </a:rPr>
                <a:t>All Day</a:t>
              </a:r>
            </a:p>
          </p:txBody>
        </p:sp>
        <p:sp>
          <p:nvSpPr>
            <p:cNvPr id="19" name="Double Bracket 18">
              <a:extLst>
                <a:ext uri="{FF2B5EF4-FFF2-40B4-BE49-F238E27FC236}">
                  <a16:creationId xmlns:a16="http://schemas.microsoft.com/office/drawing/2014/main" id="{13DC4848-9DB0-4FFA-9C7F-6C31A2C75BBD}"/>
                </a:ext>
              </a:extLst>
            </p:cNvPr>
            <p:cNvSpPr/>
            <p:nvPr/>
          </p:nvSpPr>
          <p:spPr>
            <a:xfrm>
              <a:off x="2456527" y="1973910"/>
              <a:ext cx="799871" cy="523220"/>
            </a:xfrm>
            <a:prstGeom prst="bracketPair">
              <a:avLst>
                <a:gd name="adj" fmla="val 14118"/>
              </a:avLst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4400"/>
            </a:p>
          </p:txBody>
        </p:sp>
      </p:grpSp>
      <p:sp>
        <p:nvSpPr>
          <p:cNvPr id="2" name="Google Shape;96;p13">
            <a:extLst>
              <a:ext uri="{FF2B5EF4-FFF2-40B4-BE49-F238E27FC236}">
                <a16:creationId xmlns:a16="http://schemas.microsoft.com/office/drawing/2014/main" id="{0F73E2D1-65BD-7C57-4342-376C61DE0996}"/>
              </a:ext>
            </a:extLst>
          </p:cNvPr>
          <p:cNvSpPr txBox="1"/>
          <p:nvPr/>
        </p:nvSpPr>
        <p:spPr>
          <a:xfrm>
            <a:off x="884832" y="28181647"/>
            <a:ext cx="5617567" cy="176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775" tIns="50375" rIns="100775" bIns="50375" anchor="t" anchorCtr="0">
            <a:spAutoFit/>
          </a:bodyPr>
          <a:lstStyle/>
          <a:p>
            <a:pPr>
              <a:buSzPts val="4000"/>
            </a:pPr>
            <a:r>
              <a:rPr lang="en-US" sz="3600" i="1" dirty="0">
                <a:solidFill>
                  <a:srgbClr val="8CD872"/>
                </a:solidFill>
                <a:latin typeface="Arial Narrow"/>
                <a:sym typeface="Arial Narrow"/>
              </a:rPr>
              <a:t>Customer is responsible for any allergen disclosures.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i="1" dirty="0">
                <a:solidFill>
                  <a:srgbClr val="8CD872"/>
                </a:solidFill>
                <a:latin typeface="Arial Narrow"/>
                <a:sym typeface="Arial Narrow"/>
              </a:rPr>
              <a:t>Listed prices are the cash price.</a:t>
            </a:r>
            <a:endParaRPr lang="en-US" sz="3600" i="1" u="none" strike="noStrike" cap="none" dirty="0">
              <a:solidFill>
                <a:srgbClr val="8CD872"/>
              </a:solidFill>
              <a:latin typeface="Arial Narrow"/>
              <a:ea typeface="Arial"/>
              <a:cs typeface="Arial"/>
              <a:sym typeface="Arial Narr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178</Words>
  <Application>Microsoft Office PowerPoint</Application>
  <PresentationFormat>Custom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Open Sans</vt:lpstr>
      <vt:lpstr>Arial</vt:lpstr>
      <vt:lpstr>Play</vt:lpstr>
      <vt:lpstr>Arial Narrow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Simeon Wuthier</dc:creator>
  <cp:lastModifiedBy>Simeon Wuthier</cp:lastModifiedBy>
  <cp:revision>13</cp:revision>
  <dcterms:created xsi:type="dcterms:W3CDTF">2024-05-17T02:02:58Z</dcterms:created>
  <dcterms:modified xsi:type="dcterms:W3CDTF">2026-01-04T01:17:02Z</dcterms:modified>
</cp:coreProperties>
</file>