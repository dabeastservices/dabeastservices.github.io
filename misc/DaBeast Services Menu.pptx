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6" r:id="rId2"/>
  </p:sldIdLst>
  <p:sldSz cx="6858000" cy="9693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7" autoAdjust="0"/>
    <p:restoredTop sz="94660"/>
  </p:normalViewPr>
  <p:slideViewPr>
    <p:cSldViewPr snapToGrid="0">
      <p:cViewPr>
        <p:scale>
          <a:sx n="95" d="100"/>
          <a:sy n="95" d="100"/>
        </p:scale>
        <p:origin x="2097" y="-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C9EEF-0D83-4B3A-AE83-4046222FBD68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3D3D2-B90D-4899-8F65-319243790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940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3D3D2-B90D-4899-8F65-319243790D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5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6377"/>
            <a:ext cx="5829300" cy="337469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1214"/>
            <a:ext cx="5143500" cy="234029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312F-7E3D-44B1-AFD2-A0C0035148E4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35E2-E6A1-42A5-8B99-019A0DF55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7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312F-7E3D-44B1-AFD2-A0C0035148E4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35E2-E6A1-42A5-8B99-019A0DF55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8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16590"/>
            <a:ext cx="5915025" cy="40321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486868"/>
            <a:ext cx="5915025" cy="212040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312F-7E3D-44B1-AFD2-A0C0035148E4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35E2-E6A1-42A5-8B99-019A0DF55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7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0386"/>
            <a:ext cx="2914650" cy="6150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0386"/>
            <a:ext cx="2914650" cy="6150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312F-7E3D-44B1-AFD2-A0C0035148E4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35E2-E6A1-42A5-8B99-019A0DF55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90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16079"/>
            <a:ext cx="5915025" cy="18735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6199"/>
            <a:ext cx="2901255" cy="11645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0738"/>
            <a:ext cx="2901255" cy="5207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376199"/>
            <a:ext cx="2915543" cy="11645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540738"/>
            <a:ext cx="2915543" cy="5207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312F-7E3D-44B1-AFD2-A0C0035148E4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35E2-E6A1-42A5-8B99-019A0DF55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82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312F-7E3D-44B1-AFD2-A0C0035148E4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35E2-E6A1-42A5-8B99-019A0DF55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4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312F-7E3D-44B1-AFD2-A0C0035148E4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35E2-E6A1-42A5-8B99-019A0DF55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08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218"/>
            <a:ext cx="2211884" cy="226176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95654"/>
            <a:ext cx="3471863" cy="688850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7983"/>
            <a:ext cx="2211884" cy="538739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312F-7E3D-44B1-AFD2-A0C0035148E4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35E2-E6A1-42A5-8B99-019A0DF55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54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218"/>
            <a:ext cx="2211884" cy="226176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95654"/>
            <a:ext cx="3471863" cy="6888508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7983"/>
            <a:ext cx="2211884" cy="538739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312F-7E3D-44B1-AFD2-A0C0035148E4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35E2-E6A1-42A5-8B99-019A0DF55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4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312F-7E3D-44B1-AFD2-A0C0035148E4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35E2-E6A1-42A5-8B99-019A0DF55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75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077"/>
            <a:ext cx="1478756" cy="82146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077"/>
            <a:ext cx="4350544" cy="82146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A312F-7E3D-44B1-AFD2-A0C0035148E4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D35E2-E6A1-42A5-8B99-019A0DF55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05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16079"/>
            <a:ext cx="5915025" cy="1873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580386"/>
            <a:ext cx="5915025" cy="6150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4232"/>
            <a:ext cx="1543050" cy="516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A312F-7E3D-44B1-AFD2-A0C0035148E4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984232"/>
            <a:ext cx="2314575" cy="516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4232"/>
            <a:ext cx="1543050" cy="516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D35E2-E6A1-42A5-8B99-019A0DF55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8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abeastservices.com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965BDA-40B7-42B5-89AF-42B1370021E5}"/>
              </a:ext>
            </a:extLst>
          </p:cNvPr>
          <p:cNvSpPr>
            <a:spLocks/>
          </p:cNvSpPr>
          <p:nvPr/>
        </p:nvSpPr>
        <p:spPr>
          <a:xfrm>
            <a:off x="0" y="-96239"/>
            <a:ext cx="6858000" cy="98722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730AE-CBC9-56DA-1C53-D35822A4F15C}"/>
              </a:ext>
            </a:extLst>
          </p:cNvPr>
          <p:cNvSpPr>
            <a:spLocks/>
          </p:cNvSpPr>
          <p:nvPr/>
        </p:nvSpPr>
        <p:spPr>
          <a:xfrm>
            <a:off x="1" y="1560032"/>
            <a:ext cx="6858000" cy="79701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F9096E3-01FD-2EF5-B9C4-ADD9BE504102}"/>
              </a:ext>
            </a:extLst>
          </p:cNvPr>
          <p:cNvSpPr/>
          <p:nvPr/>
        </p:nvSpPr>
        <p:spPr>
          <a:xfrm>
            <a:off x="3501292" y="4267716"/>
            <a:ext cx="3177602" cy="1821857"/>
          </a:xfrm>
          <a:prstGeom prst="roundRect">
            <a:avLst>
              <a:gd name="adj" fmla="val 4489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91EC04-1194-78DE-7FAB-91F5A82AD63E}"/>
              </a:ext>
            </a:extLst>
          </p:cNvPr>
          <p:cNvSpPr txBox="1"/>
          <p:nvPr/>
        </p:nvSpPr>
        <p:spPr>
          <a:xfrm>
            <a:off x="1475426" y="252356"/>
            <a:ext cx="5343099" cy="611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375" dirty="0" err="1">
                <a:solidFill>
                  <a:schemeClr val="bg1"/>
                </a:solidFill>
                <a:latin typeface="Eras Bold ITC" panose="020B0907030504020204" pitchFamily="34" charset="0"/>
              </a:rPr>
              <a:t>DaBeast</a:t>
            </a:r>
            <a:r>
              <a:rPr lang="en-US" sz="3375" dirty="0">
                <a:solidFill>
                  <a:schemeClr val="bg1"/>
                </a:solidFill>
                <a:latin typeface="Eras Bold ITC" panose="020B0907030504020204" pitchFamily="34" charset="0"/>
              </a:rPr>
              <a:t> Catering LLC</a:t>
            </a:r>
          </a:p>
        </p:txBody>
      </p:sp>
      <p:pic>
        <p:nvPicPr>
          <p:cNvPr id="2" name="Picture 1" descr="A bull face with horns&#10;&#10;Description automatically generated">
            <a:extLst>
              <a:ext uri="{FF2B5EF4-FFF2-40B4-BE49-F238E27FC236}">
                <a16:creationId xmlns:a16="http://schemas.microsoft.com/office/drawing/2014/main" id="{A065D2FA-BCB5-2EB8-4989-E202FB7C5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819" y="261410"/>
            <a:ext cx="1119606" cy="11196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2AA511-9B08-4CB8-2A66-872F80B7877C}"/>
              </a:ext>
            </a:extLst>
          </p:cNvPr>
          <p:cNvSpPr txBox="1"/>
          <p:nvPr/>
        </p:nvSpPr>
        <p:spPr>
          <a:xfrm>
            <a:off x="179107" y="1842747"/>
            <a:ext cx="3080928" cy="3971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 Narrow" panose="020B0606020202030204" pitchFamily="34" charset="0"/>
              </a:rPr>
              <a:t>Breakfast</a:t>
            </a:r>
            <a:br>
              <a:rPr lang="en-US" sz="36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endParaRPr lang="en-US" sz="180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285759" indent="-285759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Monte Cristo w/ House Guava Syrup ………………………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16</a:t>
            </a:r>
          </a:p>
          <a:p>
            <a:pPr lvl="1"/>
            <a:endParaRPr lang="en-US" sz="180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285759" indent="-285759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Waffle Breakfast Tacos …..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16</a:t>
            </a:r>
            <a:br>
              <a:rPr lang="en-US" sz="5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endParaRPr lang="en-US" sz="8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lvl="1"/>
            <a:r>
              <a:rPr lang="en-US" sz="1401" i="1" dirty="0">
                <a:solidFill>
                  <a:schemeClr val="bg1"/>
                </a:solidFill>
                <a:latin typeface="Arial Narrow" panose="020B0606020202030204" pitchFamily="34" charset="0"/>
              </a:rPr>
              <a:t>Made from the freshest plantains</a:t>
            </a:r>
            <a:endParaRPr lang="en-US" sz="1801" i="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 sz="180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285759" indent="-285759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Signature French Toast ….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13</a:t>
            </a:r>
          </a:p>
          <a:p>
            <a:endParaRPr lang="en-US" sz="180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Queso Frito ………………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12</a:t>
            </a:r>
          </a:p>
          <a:p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	</a:t>
            </a:r>
            <a:r>
              <a:rPr lang="en-US" sz="1400" i="1" dirty="0">
                <a:solidFill>
                  <a:schemeClr val="bg1"/>
                </a:solidFill>
                <a:latin typeface="Arial Narrow" panose="020B0606020202030204" pitchFamily="34" charset="0"/>
              </a:rPr>
              <a:t>Fried cheese w/guava    	marmalade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87171D-B366-0663-CD11-69D889122689}"/>
              </a:ext>
            </a:extLst>
          </p:cNvPr>
          <p:cNvSpPr txBox="1"/>
          <p:nvPr/>
        </p:nvSpPr>
        <p:spPr>
          <a:xfrm>
            <a:off x="3560620" y="1842751"/>
            <a:ext cx="3080928" cy="451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 Narrow" panose="020B0606020202030204" pitchFamily="34" charset="0"/>
              </a:rPr>
              <a:t>Lunch / Dinner</a:t>
            </a:r>
            <a:br>
              <a:rPr lang="en-US" sz="36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endParaRPr lang="en-US" sz="180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285759" indent="-285759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Arroz con Pollo ……………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15</a:t>
            </a: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</a:p>
          <a:p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	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Rice w/ smoked chicken</a:t>
            </a:r>
          </a:p>
          <a:p>
            <a:endParaRPr lang="en-US" sz="180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285759" indent="-285759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Pinchos …………………….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17</a:t>
            </a:r>
          </a:p>
          <a:p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	</a:t>
            </a:r>
            <a:r>
              <a:rPr lang="en-US" sz="1400" i="1" dirty="0">
                <a:solidFill>
                  <a:schemeClr val="bg1"/>
                </a:solidFill>
                <a:latin typeface="Arial Narrow" panose="020B0606020202030204" pitchFamily="34" charset="0"/>
              </a:rPr>
              <a:t>Smoked pork or chicken skewers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</a:rPr>
              <a:t>  </a:t>
            </a:r>
          </a:p>
          <a:p>
            <a:endParaRPr lang="en-US" sz="180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sz="1801" b="1" dirty="0">
                <a:solidFill>
                  <a:schemeClr val="bg1"/>
                </a:solidFill>
                <a:latin typeface="Arial Narrow" panose="020B0606020202030204" pitchFamily="34" charset="0"/>
              </a:rPr>
              <a:t>Sides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1" dirty="0" err="1">
                <a:solidFill>
                  <a:schemeClr val="bg1"/>
                </a:solidFill>
                <a:latin typeface="Arial Narrow" panose="020B0606020202030204" pitchFamily="34" charset="0"/>
              </a:rPr>
              <a:t>Platanos</a:t>
            </a: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 Maduros ..............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4</a:t>
            </a:r>
          </a:p>
          <a:p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	</a:t>
            </a:r>
            <a:r>
              <a:rPr lang="en-US" sz="1400" i="1" dirty="0">
                <a:solidFill>
                  <a:schemeClr val="bg1"/>
                </a:solidFill>
                <a:latin typeface="Arial Narrow" panose="020B0606020202030204" pitchFamily="34" charset="0"/>
              </a:rPr>
              <a:t>Sweet </a:t>
            </a:r>
            <a:r>
              <a:rPr lang="en-US" sz="1400" i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plaintains</a:t>
            </a:r>
            <a:endParaRPr lang="en-US" sz="1400" i="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1" dirty="0" err="1">
                <a:solidFill>
                  <a:schemeClr val="bg1"/>
                </a:solidFill>
                <a:latin typeface="Arial Narrow" panose="020B0606020202030204" pitchFamily="34" charset="0"/>
              </a:rPr>
              <a:t>Tostones</a:t>
            </a: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 ……………………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4</a:t>
            </a:r>
          </a:p>
          <a:p>
            <a:pPr lvl="1"/>
            <a:r>
              <a:rPr lang="en-US" sz="1400" i="1" dirty="0">
                <a:solidFill>
                  <a:schemeClr val="bg1"/>
                </a:solidFill>
                <a:latin typeface="Arial Narrow" panose="020B0606020202030204" pitchFamily="34" charset="0"/>
              </a:rPr>
              <a:t>Crisped plantains</a:t>
            </a:r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Arroz con pollo …………….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4</a:t>
            </a:r>
            <a:br>
              <a:rPr lang="en-US" sz="500" b="1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endParaRPr lang="en-US" sz="8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br>
              <a:rPr lang="en-US" sz="5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endParaRPr lang="en-US" sz="8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E2710E-E244-A34B-7054-E6CC07F34B17}"/>
              </a:ext>
            </a:extLst>
          </p:cNvPr>
          <p:cNvSpPr txBox="1"/>
          <p:nvPr/>
        </p:nvSpPr>
        <p:spPr>
          <a:xfrm>
            <a:off x="297862" y="6121199"/>
            <a:ext cx="2962174" cy="2000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 Narrow" panose="020B0606020202030204" pitchFamily="34" charset="0"/>
              </a:rPr>
              <a:t>Desserts</a:t>
            </a:r>
            <a:endParaRPr lang="en-US" sz="24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285759" indent="-285759">
              <a:buFont typeface="Arial" panose="020B0604020202020204" pitchFamily="34" charset="0"/>
              <a:buChar char="•"/>
            </a:pPr>
            <a:endParaRPr lang="en-US" sz="180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285759" indent="-285759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Fried Oreos ………………..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5</a:t>
            </a:r>
          </a:p>
          <a:p>
            <a:pPr marL="285759" indent="-285759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Fried Cheesecake Bites ….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6</a:t>
            </a:r>
          </a:p>
          <a:p>
            <a:pPr marL="285759" indent="-285759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Cheesecake by the Slice …</a:t>
            </a:r>
            <a:r>
              <a:rPr lang="en-US" sz="1050" dirty="0"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F41AA8-A9BD-8A89-485A-4B751905357E}"/>
              </a:ext>
            </a:extLst>
          </p:cNvPr>
          <p:cNvCxnSpPr/>
          <p:nvPr/>
        </p:nvCxnSpPr>
        <p:spPr>
          <a:xfrm>
            <a:off x="155579" y="2509683"/>
            <a:ext cx="64859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05600B-E5DF-BD26-CA29-F0995F625ACD}"/>
              </a:ext>
            </a:extLst>
          </p:cNvPr>
          <p:cNvCxnSpPr/>
          <p:nvPr/>
        </p:nvCxnSpPr>
        <p:spPr>
          <a:xfrm>
            <a:off x="155579" y="6808012"/>
            <a:ext cx="64859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EAF3DCD-2AA1-435C-078F-70E1107FE201}"/>
              </a:ext>
            </a:extLst>
          </p:cNvPr>
          <p:cNvSpPr txBox="1"/>
          <p:nvPr/>
        </p:nvSpPr>
        <p:spPr>
          <a:xfrm>
            <a:off x="3567791" y="6121195"/>
            <a:ext cx="3080928" cy="3078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 Narrow" panose="020B0606020202030204" pitchFamily="34" charset="0"/>
              </a:rPr>
              <a:t>Beverages</a:t>
            </a:r>
          </a:p>
          <a:p>
            <a:endParaRPr lang="en-US" sz="180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 sz="180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285759" indent="-285759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Guanabana ……………..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5.25</a:t>
            </a:r>
          </a:p>
          <a:p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	</a:t>
            </a:r>
            <a:r>
              <a:rPr lang="en-US" sz="1400" i="1" dirty="0">
                <a:solidFill>
                  <a:schemeClr val="bg1"/>
                </a:solidFill>
                <a:latin typeface="Arial Narrow" panose="020B0606020202030204" pitchFamily="34" charset="0"/>
              </a:rPr>
              <a:t>Creamy tart drink derived from </a:t>
            </a:r>
            <a:br>
              <a:rPr lang="en-US" sz="1400" i="1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1400" i="1" dirty="0">
                <a:solidFill>
                  <a:schemeClr val="bg1"/>
                </a:solidFill>
                <a:latin typeface="Arial Narrow" panose="020B0606020202030204" pitchFamily="34" charset="0"/>
              </a:rPr>
              <a:t>	indigenous fruit </a:t>
            </a:r>
            <a:r>
              <a:rPr lang="en-US" sz="1400" dirty="0">
                <a:solidFill>
                  <a:schemeClr val="bg1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</a:t>
            </a:r>
            <a:br>
              <a:rPr lang="en-US" sz="1401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endParaRPr lang="en-US" sz="180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285759" indent="-285759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Soft Drinks ………………….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4</a:t>
            </a:r>
            <a:b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endParaRPr lang="en-US" sz="180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285759" indent="-285759">
              <a:buFont typeface="Arial" panose="020B0604020202020204" pitchFamily="34" charset="0"/>
              <a:buChar char="•"/>
            </a:pPr>
            <a:r>
              <a:rPr lang="en-US" sz="1801" dirty="0">
                <a:solidFill>
                  <a:schemeClr val="bg1"/>
                </a:solidFill>
                <a:latin typeface="Arial Narrow" panose="020B0606020202030204" pitchFamily="34" charset="0"/>
              </a:rPr>
              <a:t>Water ……………………….. </a:t>
            </a:r>
            <a:r>
              <a:rPr lang="en-US" sz="1801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anose="020B0606020202030204" pitchFamily="34" charset="0"/>
              </a:rPr>
              <a:t>4</a:t>
            </a:r>
          </a:p>
        </p:txBody>
      </p:sp>
      <p:pic>
        <p:nvPicPr>
          <p:cNvPr id="24" name="Picture 23" descr="A qr code with black squares&#10;&#10;Description automatically generated">
            <a:extLst>
              <a:ext uri="{FF2B5EF4-FFF2-40B4-BE49-F238E27FC236}">
                <a16:creationId xmlns:a16="http://schemas.microsoft.com/office/drawing/2014/main" id="{6A40106A-7970-200F-35A8-C33CD1A24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076" y="8241521"/>
            <a:ext cx="800157" cy="80015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602560D-2160-90ED-F030-B333F6EC2BF2}"/>
              </a:ext>
            </a:extLst>
          </p:cNvPr>
          <p:cNvSpPr txBox="1"/>
          <p:nvPr/>
        </p:nvSpPr>
        <p:spPr>
          <a:xfrm>
            <a:off x="690764" y="9082069"/>
            <a:ext cx="19527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https://dabeastservices.com</a:t>
            </a:r>
            <a:endParaRPr lang="en-US" sz="1100" i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C7DEEA-09C5-D0EA-7701-2330843DAD45}"/>
              </a:ext>
            </a:extLst>
          </p:cNvPr>
          <p:cNvSpPr txBox="1"/>
          <p:nvPr/>
        </p:nvSpPr>
        <p:spPr>
          <a:xfrm>
            <a:off x="5047706" y="863448"/>
            <a:ext cx="1508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</a:rPr>
              <a:t>(719) 551-9409</a:t>
            </a:r>
          </a:p>
        </p:txBody>
      </p:sp>
    </p:spTree>
    <p:extLst>
      <p:ext uri="{BB962C8B-B14F-4D97-AF65-F5344CB8AC3E}">
        <p14:creationId xmlns:p14="http://schemas.microsoft.com/office/powerpoint/2010/main" val="69211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136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Narrow</vt:lpstr>
      <vt:lpstr>Eras Bold ITC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Simeon Wuthier</dc:creator>
  <cp:lastModifiedBy>Simeon Wuthier</cp:lastModifiedBy>
  <cp:revision>7</cp:revision>
  <dcterms:created xsi:type="dcterms:W3CDTF">2024-05-17T02:02:58Z</dcterms:created>
  <dcterms:modified xsi:type="dcterms:W3CDTF">2024-05-17T03:23:19Z</dcterms:modified>
</cp:coreProperties>
</file>