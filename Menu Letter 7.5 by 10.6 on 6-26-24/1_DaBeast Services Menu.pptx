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9693275" cx="6858000"/>
  <p:notesSz cx="6858000" cy="9144000"/>
  <p:embeddedFontLst>
    <p:embeddedFont>
      <p:font typeface="Play"/>
      <p:regular r:id="rId6"/>
      <p:bold r:id="rId7"/>
    </p:embeddedFont>
    <p:embeddedFont>
      <p:font typeface="Arial Narrow"/>
      <p:regular r:id="rId8"/>
      <p:bold r:id="rId9"/>
      <p:italic r:id="rId10"/>
      <p:boldItalic r:id="rId11"/>
    </p:embeddedFont>
    <p:embeddedFont>
      <p:font typeface="Open Sans"/>
      <p:bold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KFnJc44UMJ+EG8+cMa2aYXiGa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Narrow-boldItalic.fntdata"/><Relationship Id="rId10" Type="http://schemas.openxmlformats.org/officeDocument/2006/relationships/font" Target="fonts/ArialNarrow-italic.fntdata"/><Relationship Id="rId13" Type="http://schemas.openxmlformats.org/officeDocument/2006/relationships/font" Target="fonts/OpenSans-bold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ialNarrow-bold.fntdata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schemas.openxmlformats.org/officeDocument/2006/relationships/font" Target="fonts/Arial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38388" y="1143000"/>
            <a:ext cx="2181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338388" y="1143000"/>
            <a:ext cx="2181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586377"/>
            <a:ext cx="5829300" cy="33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5091214"/>
            <a:ext cx="5143500" cy="23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984232"/>
            <a:ext cx="2314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516079"/>
            <a:ext cx="59151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580386"/>
            <a:ext cx="5915100" cy="6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984232"/>
            <a:ext cx="2314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416590"/>
            <a:ext cx="5915100" cy="40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486868"/>
            <a:ext cx="5915100" cy="21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984232"/>
            <a:ext cx="2314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516079"/>
            <a:ext cx="59151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580386"/>
            <a:ext cx="2914800" cy="6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580386"/>
            <a:ext cx="2914800" cy="6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984232"/>
            <a:ext cx="2314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516079"/>
            <a:ext cx="59151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376199"/>
            <a:ext cx="29013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540738"/>
            <a:ext cx="2901300" cy="52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376199"/>
            <a:ext cx="2915400" cy="11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540738"/>
            <a:ext cx="2915400" cy="52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984232"/>
            <a:ext cx="2314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516079"/>
            <a:ext cx="59151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984232"/>
            <a:ext cx="2314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984232"/>
            <a:ext cx="2314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46218"/>
            <a:ext cx="22119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95654"/>
            <a:ext cx="3471900" cy="6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907983"/>
            <a:ext cx="22119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984232"/>
            <a:ext cx="2314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46218"/>
            <a:ext cx="2211900" cy="22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95654"/>
            <a:ext cx="3471900" cy="6888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907983"/>
            <a:ext cx="22119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984232"/>
            <a:ext cx="2314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516079"/>
            <a:ext cx="59151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353813" y="2697986"/>
            <a:ext cx="6150300" cy="59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984232"/>
            <a:ext cx="2314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539863" y="3884027"/>
            <a:ext cx="8214600" cy="14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460568" y="2448077"/>
            <a:ext cx="8214600" cy="4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984232"/>
            <a:ext cx="2314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516079"/>
            <a:ext cx="59151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580386"/>
            <a:ext cx="5915100" cy="6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984232"/>
            <a:ext cx="2314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984232"/>
            <a:ext cx="15432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dabeastservic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-96239"/>
            <a:ext cx="6858000" cy="987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" y="1560032"/>
            <a:ext cx="6858000" cy="79701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3501292" y="4267716"/>
            <a:ext cx="3177600" cy="1821900"/>
          </a:xfrm>
          <a:prstGeom prst="roundRect">
            <a:avLst>
              <a:gd fmla="val 4489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475426" y="252356"/>
            <a:ext cx="53430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DaBeast Catering LLC</a:t>
            </a:r>
            <a:endParaRPr/>
          </a:p>
        </p:txBody>
      </p:sp>
      <p:pic>
        <p:nvPicPr>
          <p:cNvPr descr="A bull face with horns&#10;&#10;Description automatically generated"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819" y="261410"/>
            <a:ext cx="1119606" cy="111960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179107" y="1842747"/>
            <a:ext cx="3081000" cy="3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Breakfast</a:t>
            </a:r>
            <a:br>
              <a:rPr b="0" i="0" lang="en-US" sz="36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180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85758" lvl="0" marL="28575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Monte Cristo w/ House Syrup ………………………………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15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1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85758" lvl="0" marL="28575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Waffle Breakfast Tacos …..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16</a:t>
            </a:r>
            <a:br>
              <a:rPr lang="en-US" sz="5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1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Made from the freshest plantains</a:t>
            </a:r>
            <a:endParaRPr b="0" i="1" sz="1801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85758" lvl="0" marL="28575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Signature French Toast ….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Queso Frito ………………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i="1"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 w/guava</a:t>
            </a:r>
            <a:r>
              <a:rPr i="1" lang="en-US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i="1"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marmalade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3560620" y="1842751"/>
            <a:ext cx="30810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Lunch / Dinner</a:t>
            </a:r>
            <a:br>
              <a:rPr lang="en-US" sz="3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180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85758" lvl="0" marL="28575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Arroz con Pollo Plate  ……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14</a:t>
            </a: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Rice, beans w/ smoked chicken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85758" lvl="0" marL="28575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Pinchos …………………….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i="1"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Smoked chicken skewers</a:t>
            </a:r>
            <a:r>
              <a:rPr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Sides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Platanos Maduros ..............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i="1"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Sweet plaintains</a:t>
            </a:r>
            <a:endParaRPr i="1" sz="14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Tostones ……………………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Crisped plantains</a:t>
            </a:r>
            <a:endParaRPr b="0" i="0" sz="14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Arroz con Pollo …………….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br>
              <a:rPr b="1" lang="en-US" sz="5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b="1" sz="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5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97862" y="6044999"/>
            <a:ext cx="2962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Desserts</a:t>
            </a:r>
            <a:endParaRPr b="1" sz="24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71395" lvl="0" marL="28575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None/>
            </a:pPr>
            <a:r>
              <a:t/>
            </a:r>
            <a:endParaRPr sz="180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85758" lvl="0" marL="28575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Oreos ………………..</a:t>
            </a: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/>
          </a:p>
          <a:p>
            <a:pPr indent="-285758" lvl="0" marL="28575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Cheesecake Bites ….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6</a:t>
            </a:r>
            <a:endParaRPr/>
          </a:p>
          <a:p>
            <a:pPr indent="-285758" lvl="0" marL="28575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Limber De Coco (Ice Cream) ………………………………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b="1">
              <a:solidFill>
                <a:srgbClr val="8CD872"/>
              </a:solidFill>
            </a:endParaRPr>
          </a:p>
        </p:txBody>
      </p:sp>
      <p:cxnSp>
        <p:nvCxnSpPr>
          <p:cNvPr id="97" name="Google Shape;97;p1"/>
          <p:cNvCxnSpPr/>
          <p:nvPr/>
        </p:nvCxnSpPr>
        <p:spPr>
          <a:xfrm>
            <a:off x="155579" y="2509683"/>
            <a:ext cx="6486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1"/>
          <p:cNvCxnSpPr/>
          <p:nvPr/>
        </p:nvCxnSpPr>
        <p:spPr>
          <a:xfrm>
            <a:off x="155579" y="6731812"/>
            <a:ext cx="6486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"/>
          <p:cNvSpPr txBox="1"/>
          <p:nvPr/>
        </p:nvSpPr>
        <p:spPr>
          <a:xfrm>
            <a:off x="3567791" y="6044995"/>
            <a:ext cx="3081000" cy="30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Beverages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85758" lvl="0" marL="28575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Guanabana ………………..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i="1"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Creamy tart drink derived from </a:t>
            </a:r>
            <a:br>
              <a:rPr i="1"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i="1"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indigenous fruit </a:t>
            </a:r>
            <a:r>
              <a:rPr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☺</a:t>
            </a:r>
            <a:br>
              <a:rPr lang="en-US" sz="14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180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85758" lvl="0" marL="28575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Soft Drinks ………………….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b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1801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85758" lvl="0" marL="285758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Arial"/>
              <a:buChar char="•"/>
            </a:pPr>
            <a:r>
              <a:rPr lang="en-US" sz="180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Water ……………………….. </a:t>
            </a:r>
            <a:r>
              <a:rPr b="1" lang="en-US" sz="180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/>
          </a:p>
        </p:txBody>
      </p:sp>
      <p:pic>
        <p:nvPicPr>
          <p:cNvPr descr="A qr code with black squares&#10;&#10;Description automatically generated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7076" y="8241521"/>
            <a:ext cx="800157" cy="80015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690764" y="9082069"/>
            <a:ext cx="1952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https://dabeastservices.com</a:t>
            </a:r>
            <a:endParaRPr i="1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3723398" y="863450"/>
            <a:ext cx="283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(719) 551-9409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2024-05-17T02:02:58Z</dcterms:created>
  <dc:creator>Simeon Wuthier</dc:creator>
</cp:coreProperties>
</file>