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3"/>
  </p:sldMasterIdLst>
  <p:notesMasterIdLst>
    <p:notesMasterId r:id="rId4"/>
  </p:notesMasterIdLst>
  <p:sldIdLst>
    <p:sldId id="256" r:id="rId5"/>
  </p:sldIdLst>
  <p:sldSz cy="9692650" cx="6858000"/>
  <p:notesSz cx="6858000" cy="9144000"/>
  <p:embeddedFontLst>
    <p:embeddedFont>
      <p:font typeface="Play"/>
      <p:regular r:id="rId6"/>
      <p:bold r:id="rId7"/>
    </p:embeddedFont>
    <p:embeddedFont>
      <p:font typeface="Arial Narrow"/>
      <p:regular r:id="rId8"/>
      <p:bold r:id="rId9"/>
      <p:italic r:id="rId10"/>
      <p:boldItalic r:id="rId11"/>
    </p:embeddedFont>
    <p:embeddedFont>
      <p:font typeface="Open Sans"/>
      <p:regular r:id="rId12"/>
      <p:bold r:id="rId13"/>
      <p:italic r:id="rId14"/>
      <p:boldItalic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font" Target="fonts/ArialNarrow-boldItalic.fntdata"/><Relationship Id="rId10" Type="http://schemas.openxmlformats.org/officeDocument/2006/relationships/font" Target="fonts/ArialNarrow-italic.fntdata"/><Relationship Id="rId13" Type="http://schemas.openxmlformats.org/officeDocument/2006/relationships/font" Target="fonts/OpenSans-bold.fntdata"/><Relationship Id="rId12" Type="http://schemas.openxmlformats.org/officeDocument/2006/relationships/font" Target="fonts/OpenSans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font" Target="fonts/ArialNarrow-bold.fntdata"/><Relationship Id="rId15" Type="http://schemas.openxmlformats.org/officeDocument/2006/relationships/font" Target="fonts/OpenSans-boldItalic.fntdata"/><Relationship Id="rId14" Type="http://schemas.openxmlformats.org/officeDocument/2006/relationships/font" Target="fonts/OpenSans-italic.fntdata"/><Relationship Id="rId5" Type="http://schemas.openxmlformats.org/officeDocument/2006/relationships/slide" Target="slides/slide1.xml"/><Relationship Id="rId6" Type="http://schemas.openxmlformats.org/officeDocument/2006/relationships/font" Target="fonts/Play-regular.fntdata"/><Relationship Id="rId7" Type="http://schemas.openxmlformats.org/officeDocument/2006/relationships/font" Target="fonts/Play-bold.fntdata"/><Relationship Id="rId8" Type="http://schemas.openxmlformats.org/officeDocument/2006/relationships/font" Target="fonts/ArialNarrow-regular.fntdata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2338321" y="1143000"/>
            <a:ext cx="21813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/>
          <p:nvPr>
            <p:ph idx="2" type="sldImg"/>
          </p:nvPr>
        </p:nvSpPr>
        <p:spPr>
          <a:xfrm>
            <a:off x="2338321" y="1143000"/>
            <a:ext cx="21813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6" name="Google Shape;86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87" name="Google Shape;87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"/>
          <p:cNvSpPr txBox="1"/>
          <p:nvPr>
            <p:ph type="ctrTitle"/>
          </p:nvPr>
        </p:nvSpPr>
        <p:spPr>
          <a:xfrm>
            <a:off x="514350" y="1586275"/>
            <a:ext cx="5829300" cy="3374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25" lIns="91500" spcFirstLastPara="1" rIns="91500" wrap="square" tIns="45725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Play"/>
              <a:buNone/>
              <a:defRPr sz="45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"/>
          <p:cNvSpPr txBox="1"/>
          <p:nvPr>
            <p:ph idx="1" type="subTitle"/>
          </p:nvPr>
        </p:nvSpPr>
        <p:spPr>
          <a:xfrm>
            <a:off x="857250" y="5090886"/>
            <a:ext cx="5143500" cy="23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25" lIns="91500" spcFirstLastPara="1" rIns="91500" wrap="square" tIns="45725">
            <a:normAutofit/>
          </a:bodyPr>
          <a:lstStyle>
            <a:lvl1pPr lvl="0" algn="ctr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lvl="1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sp>
        <p:nvSpPr>
          <p:cNvPr id="18" name="Google Shape;18;p2"/>
          <p:cNvSpPr txBox="1"/>
          <p:nvPr>
            <p:ph idx="10" type="dt"/>
          </p:nvPr>
        </p:nvSpPr>
        <p:spPr>
          <a:xfrm>
            <a:off x="471488" y="8983653"/>
            <a:ext cx="1543200" cy="51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25" lIns="91500" spcFirstLastPara="1" rIns="91500" wrap="square" tIns="457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2"/>
          <p:cNvSpPr txBox="1"/>
          <p:nvPr>
            <p:ph idx="11" type="ftr"/>
          </p:nvPr>
        </p:nvSpPr>
        <p:spPr>
          <a:xfrm>
            <a:off x="2271713" y="8983653"/>
            <a:ext cx="2314500" cy="51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25" lIns="91500" spcFirstLastPara="1" rIns="91500" wrap="square" tIns="457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2" type="sldNum"/>
          </p:nvPr>
        </p:nvSpPr>
        <p:spPr>
          <a:xfrm>
            <a:off x="4843463" y="8983653"/>
            <a:ext cx="1543200" cy="51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25" lIns="91500" spcFirstLastPara="1" rIns="91500" wrap="square" tIns="457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3"/>
          <p:cNvSpPr txBox="1"/>
          <p:nvPr>
            <p:ph type="title"/>
          </p:nvPr>
        </p:nvSpPr>
        <p:spPr>
          <a:xfrm>
            <a:off x="471488" y="516046"/>
            <a:ext cx="5915100" cy="187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25" lIns="91500" spcFirstLastPara="1" rIns="91500" wrap="square" tIns="4572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3"/>
          <p:cNvSpPr txBox="1"/>
          <p:nvPr>
            <p:ph idx="1" type="body"/>
          </p:nvPr>
        </p:nvSpPr>
        <p:spPr>
          <a:xfrm>
            <a:off x="471488" y="2580220"/>
            <a:ext cx="5915100" cy="61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25" lIns="91500" spcFirstLastPara="1" rIns="91500" wrap="square" tIns="45725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3"/>
          <p:cNvSpPr txBox="1"/>
          <p:nvPr>
            <p:ph idx="10" type="dt"/>
          </p:nvPr>
        </p:nvSpPr>
        <p:spPr>
          <a:xfrm>
            <a:off x="471488" y="8983653"/>
            <a:ext cx="1543200" cy="51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25" lIns="91500" spcFirstLastPara="1" rIns="91500" wrap="square" tIns="457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3"/>
          <p:cNvSpPr txBox="1"/>
          <p:nvPr>
            <p:ph idx="11" type="ftr"/>
          </p:nvPr>
        </p:nvSpPr>
        <p:spPr>
          <a:xfrm>
            <a:off x="2271713" y="8983653"/>
            <a:ext cx="2314500" cy="51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25" lIns="91500" spcFirstLastPara="1" rIns="91500" wrap="square" tIns="457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2" type="sldNum"/>
          </p:nvPr>
        </p:nvSpPr>
        <p:spPr>
          <a:xfrm>
            <a:off x="4843463" y="8983653"/>
            <a:ext cx="1543200" cy="51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25" lIns="91500" spcFirstLastPara="1" rIns="91500" wrap="square" tIns="457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4"/>
          <p:cNvSpPr txBox="1"/>
          <p:nvPr>
            <p:ph type="title"/>
          </p:nvPr>
        </p:nvSpPr>
        <p:spPr>
          <a:xfrm>
            <a:off x="467916" y="2416434"/>
            <a:ext cx="5915100" cy="4031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25" lIns="91500" spcFirstLastPara="1" rIns="91500" wrap="square" tIns="4572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Play"/>
              <a:buNone/>
              <a:defRPr sz="45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4"/>
          <p:cNvSpPr txBox="1"/>
          <p:nvPr>
            <p:ph idx="1" type="body"/>
          </p:nvPr>
        </p:nvSpPr>
        <p:spPr>
          <a:xfrm>
            <a:off x="467916" y="6486450"/>
            <a:ext cx="5915100" cy="2120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25" lIns="91500" spcFirstLastPara="1" rIns="91500" wrap="square" tIns="4572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rgbClr val="757575"/>
              </a:buClr>
              <a:buSzPts val="1800"/>
              <a:buNone/>
              <a:defRPr sz="1800">
                <a:solidFill>
                  <a:srgbClr val="757575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757575"/>
              </a:buClr>
              <a:buSzPts val="1500"/>
              <a:buNone/>
              <a:defRPr sz="1500">
                <a:solidFill>
                  <a:srgbClr val="757575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757575"/>
              </a:buClr>
              <a:buSzPts val="1300"/>
              <a:buNone/>
              <a:defRPr sz="1300">
                <a:solidFill>
                  <a:srgbClr val="757575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9pPr>
          </a:lstStyle>
          <a:p/>
        </p:txBody>
      </p:sp>
      <p:sp>
        <p:nvSpPr>
          <p:cNvPr id="30" name="Google Shape;30;p4"/>
          <p:cNvSpPr txBox="1"/>
          <p:nvPr>
            <p:ph idx="10" type="dt"/>
          </p:nvPr>
        </p:nvSpPr>
        <p:spPr>
          <a:xfrm>
            <a:off x="471488" y="8983653"/>
            <a:ext cx="1543200" cy="51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25" lIns="91500" spcFirstLastPara="1" rIns="91500" wrap="square" tIns="457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4"/>
          <p:cNvSpPr txBox="1"/>
          <p:nvPr>
            <p:ph idx="11" type="ftr"/>
          </p:nvPr>
        </p:nvSpPr>
        <p:spPr>
          <a:xfrm>
            <a:off x="2271713" y="8983653"/>
            <a:ext cx="2314500" cy="51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25" lIns="91500" spcFirstLastPara="1" rIns="91500" wrap="square" tIns="457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2" type="sldNum"/>
          </p:nvPr>
        </p:nvSpPr>
        <p:spPr>
          <a:xfrm>
            <a:off x="4843463" y="8983653"/>
            <a:ext cx="1543200" cy="51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25" lIns="91500" spcFirstLastPara="1" rIns="91500" wrap="square" tIns="457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5"/>
          <p:cNvSpPr txBox="1"/>
          <p:nvPr>
            <p:ph type="title"/>
          </p:nvPr>
        </p:nvSpPr>
        <p:spPr>
          <a:xfrm>
            <a:off x="471488" y="516046"/>
            <a:ext cx="5915100" cy="187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25" lIns="91500" spcFirstLastPara="1" rIns="91500" wrap="square" tIns="4572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5"/>
          <p:cNvSpPr txBox="1"/>
          <p:nvPr>
            <p:ph idx="1" type="body"/>
          </p:nvPr>
        </p:nvSpPr>
        <p:spPr>
          <a:xfrm>
            <a:off x="471488" y="2580220"/>
            <a:ext cx="2914800" cy="61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25" lIns="91500" spcFirstLastPara="1" rIns="91500" wrap="square" tIns="45725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2" type="body"/>
          </p:nvPr>
        </p:nvSpPr>
        <p:spPr>
          <a:xfrm>
            <a:off x="3471863" y="2580220"/>
            <a:ext cx="2914800" cy="61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25" lIns="91500" spcFirstLastPara="1" rIns="91500" wrap="square" tIns="45725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471488" y="8983653"/>
            <a:ext cx="1543200" cy="51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25" lIns="91500" spcFirstLastPara="1" rIns="91500" wrap="square" tIns="457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2271713" y="8983653"/>
            <a:ext cx="2314500" cy="51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25" lIns="91500" spcFirstLastPara="1" rIns="91500" wrap="square" tIns="457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4843463" y="8983653"/>
            <a:ext cx="1543200" cy="51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25" lIns="91500" spcFirstLastPara="1" rIns="91500" wrap="square" tIns="457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6"/>
          <p:cNvSpPr txBox="1"/>
          <p:nvPr>
            <p:ph type="title"/>
          </p:nvPr>
        </p:nvSpPr>
        <p:spPr>
          <a:xfrm>
            <a:off x="472381" y="516046"/>
            <a:ext cx="5915100" cy="187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25" lIns="91500" spcFirstLastPara="1" rIns="91500" wrap="square" tIns="4572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6"/>
          <p:cNvSpPr txBox="1"/>
          <p:nvPr>
            <p:ph idx="1" type="body"/>
          </p:nvPr>
        </p:nvSpPr>
        <p:spPr>
          <a:xfrm>
            <a:off x="472381" y="2376046"/>
            <a:ext cx="2901300" cy="1164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25" lIns="91500" spcFirstLastPara="1" rIns="91500" wrap="square" tIns="4572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b="1" sz="13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43" name="Google Shape;43;p6"/>
          <p:cNvSpPr txBox="1"/>
          <p:nvPr>
            <p:ph idx="2" type="body"/>
          </p:nvPr>
        </p:nvSpPr>
        <p:spPr>
          <a:xfrm>
            <a:off x="472381" y="3540510"/>
            <a:ext cx="2901300" cy="52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25" lIns="91500" spcFirstLastPara="1" rIns="91500" wrap="square" tIns="45725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3" type="body"/>
          </p:nvPr>
        </p:nvSpPr>
        <p:spPr>
          <a:xfrm>
            <a:off x="3471863" y="2376046"/>
            <a:ext cx="2915400" cy="1164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25" lIns="91500" spcFirstLastPara="1" rIns="91500" wrap="square" tIns="4572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b="1" sz="13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45" name="Google Shape;45;p6"/>
          <p:cNvSpPr txBox="1"/>
          <p:nvPr>
            <p:ph idx="4" type="body"/>
          </p:nvPr>
        </p:nvSpPr>
        <p:spPr>
          <a:xfrm>
            <a:off x="3471863" y="3540510"/>
            <a:ext cx="2915400" cy="52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25" lIns="91500" spcFirstLastPara="1" rIns="91500" wrap="square" tIns="45725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471488" y="8983653"/>
            <a:ext cx="1543200" cy="51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25" lIns="91500" spcFirstLastPara="1" rIns="91500" wrap="square" tIns="457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2271713" y="8983653"/>
            <a:ext cx="2314500" cy="51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25" lIns="91500" spcFirstLastPara="1" rIns="91500" wrap="square" tIns="457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4843463" y="8983653"/>
            <a:ext cx="1543200" cy="51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25" lIns="91500" spcFirstLastPara="1" rIns="91500" wrap="square" tIns="457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471488" y="516046"/>
            <a:ext cx="5915100" cy="187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25" lIns="91500" spcFirstLastPara="1" rIns="91500" wrap="square" tIns="4572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0" type="dt"/>
          </p:nvPr>
        </p:nvSpPr>
        <p:spPr>
          <a:xfrm>
            <a:off x="471488" y="8983653"/>
            <a:ext cx="1543200" cy="51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25" lIns="91500" spcFirstLastPara="1" rIns="91500" wrap="square" tIns="457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1" type="ftr"/>
          </p:nvPr>
        </p:nvSpPr>
        <p:spPr>
          <a:xfrm>
            <a:off x="2271713" y="8983653"/>
            <a:ext cx="2314500" cy="51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25" lIns="91500" spcFirstLastPara="1" rIns="91500" wrap="square" tIns="457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12" type="sldNum"/>
          </p:nvPr>
        </p:nvSpPr>
        <p:spPr>
          <a:xfrm>
            <a:off x="4843463" y="8983653"/>
            <a:ext cx="1543200" cy="51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25" lIns="91500" spcFirstLastPara="1" rIns="91500" wrap="square" tIns="457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8"/>
          <p:cNvSpPr txBox="1"/>
          <p:nvPr>
            <p:ph idx="10" type="dt"/>
          </p:nvPr>
        </p:nvSpPr>
        <p:spPr>
          <a:xfrm>
            <a:off x="471488" y="8983653"/>
            <a:ext cx="1543200" cy="51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25" lIns="91500" spcFirstLastPara="1" rIns="91500" wrap="square" tIns="457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8"/>
          <p:cNvSpPr txBox="1"/>
          <p:nvPr>
            <p:ph idx="11" type="ftr"/>
          </p:nvPr>
        </p:nvSpPr>
        <p:spPr>
          <a:xfrm>
            <a:off x="2271713" y="8983653"/>
            <a:ext cx="2314500" cy="51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25" lIns="91500" spcFirstLastPara="1" rIns="91500" wrap="square" tIns="457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8"/>
          <p:cNvSpPr txBox="1"/>
          <p:nvPr>
            <p:ph idx="12" type="sldNum"/>
          </p:nvPr>
        </p:nvSpPr>
        <p:spPr>
          <a:xfrm>
            <a:off x="4843463" y="8983653"/>
            <a:ext cx="1543200" cy="51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25" lIns="91500" spcFirstLastPara="1" rIns="91500" wrap="square" tIns="457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9"/>
          <p:cNvSpPr txBox="1"/>
          <p:nvPr>
            <p:ph type="title"/>
          </p:nvPr>
        </p:nvSpPr>
        <p:spPr>
          <a:xfrm>
            <a:off x="472381" y="646176"/>
            <a:ext cx="2211900" cy="2261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25" lIns="91500" spcFirstLastPara="1" rIns="91500" wrap="square" tIns="4572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" type="body"/>
          </p:nvPr>
        </p:nvSpPr>
        <p:spPr>
          <a:xfrm>
            <a:off x="2915543" y="1395564"/>
            <a:ext cx="3471900" cy="6888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25" lIns="91500" spcFirstLastPara="1" rIns="91500" wrap="square" tIns="45725">
            <a:normAutofit/>
          </a:bodyPr>
          <a:lstStyle>
            <a:lvl1pPr indent="-381000" lvl="0" marL="4572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6195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2385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4pPr>
            <a:lvl5pPr indent="-32385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5pPr>
            <a:lvl6pPr indent="-32385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indent="-32385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indent="-32385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indent="-32385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/>
        </p:txBody>
      </p:sp>
      <p:sp>
        <p:nvSpPr>
          <p:cNvPr id="61" name="Google Shape;61;p9"/>
          <p:cNvSpPr txBox="1"/>
          <p:nvPr>
            <p:ph idx="2" type="body"/>
          </p:nvPr>
        </p:nvSpPr>
        <p:spPr>
          <a:xfrm>
            <a:off x="472381" y="2907796"/>
            <a:ext cx="2211900" cy="53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25" lIns="91500" spcFirstLastPara="1" rIns="91500" wrap="square" tIns="4572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9pPr>
          </a:lstStyle>
          <a:p/>
        </p:txBody>
      </p:sp>
      <p:sp>
        <p:nvSpPr>
          <p:cNvPr id="62" name="Google Shape;62;p9"/>
          <p:cNvSpPr txBox="1"/>
          <p:nvPr>
            <p:ph idx="10" type="dt"/>
          </p:nvPr>
        </p:nvSpPr>
        <p:spPr>
          <a:xfrm>
            <a:off x="471488" y="8983653"/>
            <a:ext cx="1543200" cy="51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25" lIns="91500" spcFirstLastPara="1" rIns="91500" wrap="square" tIns="457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9"/>
          <p:cNvSpPr txBox="1"/>
          <p:nvPr>
            <p:ph idx="11" type="ftr"/>
          </p:nvPr>
        </p:nvSpPr>
        <p:spPr>
          <a:xfrm>
            <a:off x="2271713" y="8983653"/>
            <a:ext cx="2314500" cy="51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25" lIns="91500" spcFirstLastPara="1" rIns="91500" wrap="square" tIns="457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9"/>
          <p:cNvSpPr txBox="1"/>
          <p:nvPr>
            <p:ph idx="12" type="sldNum"/>
          </p:nvPr>
        </p:nvSpPr>
        <p:spPr>
          <a:xfrm>
            <a:off x="4843463" y="8983653"/>
            <a:ext cx="1543200" cy="51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25" lIns="91500" spcFirstLastPara="1" rIns="91500" wrap="square" tIns="457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0"/>
          <p:cNvSpPr txBox="1"/>
          <p:nvPr>
            <p:ph type="title"/>
          </p:nvPr>
        </p:nvSpPr>
        <p:spPr>
          <a:xfrm>
            <a:off x="472381" y="646176"/>
            <a:ext cx="2211900" cy="2261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25" lIns="91500" spcFirstLastPara="1" rIns="91500" wrap="square" tIns="4572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/>
          <p:nvPr>
            <p:ph idx="2" type="pic"/>
          </p:nvPr>
        </p:nvSpPr>
        <p:spPr>
          <a:xfrm>
            <a:off x="2915543" y="1395564"/>
            <a:ext cx="3471900" cy="6888300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10"/>
          <p:cNvSpPr txBox="1"/>
          <p:nvPr>
            <p:ph idx="1" type="body"/>
          </p:nvPr>
        </p:nvSpPr>
        <p:spPr>
          <a:xfrm>
            <a:off x="472381" y="2907796"/>
            <a:ext cx="2211900" cy="53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25" lIns="91500" spcFirstLastPara="1" rIns="91500" wrap="square" tIns="4572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9pPr>
          </a:lstStyle>
          <a:p/>
        </p:txBody>
      </p:sp>
      <p:sp>
        <p:nvSpPr>
          <p:cNvPr id="69" name="Google Shape;69;p10"/>
          <p:cNvSpPr txBox="1"/>
          <p:nvPr>
            <p:ph idx="10" type="dt"/>
          </p:nvPr>
        </p:nvSpPr>
        <p:spPr>
          <a:xfrm>
            <a:off x="471488" y="8983653"/>
            <a:ext cx="1543200" cy="51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25" lIns="91500" spcFirstLastPara="1" rIns="91500" wrap="square" tIns="457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0"/>
          <p:cNvSpPr txBox="1"/>
          <p:nvPr>
            <p:ph idx="11" type="ftr"/>
          </p:nvPr>
        </p:nvSpPr>
        <p:spPr>
          <a:xfrm>
            <a:off x="2271713" y="8983653"/>
            <a:ext cx="2314500" cy="51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25" lIns="91500" spcFirstLastPara="1" rIns="91500" wrap="square" tIns="457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10"/>
          <p:cNvSpPr txBox="1"/>
          <p:nvPr>
            <p:ph idx="12" type="sldNum"/>
          </p:nvPr>
        </p:nvSpPr>
        <p:spPr>
          <a:xfrm>
            <a:off x="4843463" y="8983653"/>
            <a:ext cx="1543200" cy="51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25" lIns="91500" spcFirstLastPara="1" rIns="91500" wrap="square" tIns="457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 txBox="1"/>
          <p:nvPr>
            <p:ph type="title"/>
          </p:nvPr>
        </p:nvSpPr>
        <p:spPr>
          <a:xfrm>
            <a:off x="471488" y="516046"/>
            <a:ext cx="5915100" cy="187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25" lIns="91500" spcFirstLastPara="1" rIns="91500" wrap="square" tIns="4572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4" name="Google Shape;74;p11"/>
          <p:cNvSpPr txBox="1"/>
          <p:nvPr>
            <p:ph idx="1" type="body"/>
          </p:nvPr>
        </p:nvSpPr>
        <p:spPr>
          <a:xfrm rot="5400000">
            <a:off x="353963" y="2697670"/>
            <a:ext cx="6150000" cy="5915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25" lIns="91500" spcFirstLastPara="1" rIns="91500" wrap="square" tIns="45725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5" name="Google Shape;75;p11"/>
          <p:cNvSpPr txBox="1"/>
          <p:nvPr>
            <p:ph idx="10" type="dt"/>
          </p:nvPr>
        </p:nvSpPr>
        <p:spPr>
          <a:xfrm>
            <a:off x="471488" y="8983653"/>
            <a:ext cx="1543200" cy="51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25" lIns="91500" spcFirstLastPara="1" rIns="91500" wrap="square" tIns="457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1"/>
          <p:cNvSpPr txBox="1"/>
          <p:nvPr>
            <p:ph idx="11" type="ftr"/>
          </p:nvPr>
        </p:nvSpPr>
        <p:spPr>
          <a:xfrm>
            <a:off x="2271713" y="8983653"/>
            <a:ext cx="2314500" cy="51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25" lIns="91500" spcFirstLastPara="1" rIns="91500" wrap="square" tIns="457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11"/>
          <p:cNvSpPr txBox="1"/>
          <p:nvPr>
            <p:ph idx="12" type="sldNum"/>
          </p:nvPr>
        </p:nvSpPr>
        <p:spPr>
          <a:xfrm>
            <a:off x="4843463" y="8983653"/>
            <a:ext cx="1543200" cy="51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25" lIns="91500" spcFirstLastPara="1" rIns="91500" wrap="square" tIns="457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2"/>
          <p:cNvSpPr txBox="1"/>
          <p:nvPr>
            <p:ph type="title"/>
          </p:nvPr>
        </p:nvSpPr>
        <p:spPr>
          <a:xfrm rot="5400000">
            <a:off x="1540163" y="3883694"/>
            <a:ext cx="8214000" cy="147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25" lIns="91500" spcFirstLastPara="1" rIns="91500" wrap="square" tIns="4572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2"/>
          <p:cNvSpPr txBox="1"/>
          <p:nvPr>
            <p:ph idx="1" type="body"/>
          </p:nvPr>
        </p:nvSpPr>
        <p:spPr>
          <a:xfrm rot="5400000">
            <a:off x="-1460268" y="2447744"/>
            <a:ext cx="8214000" cy="435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25" lIns="91500" spcFirstLastPara="1" rIns="91500" wrap="square" tIns="45725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1" name="Google Shape;81;p12"/>
          <p:cNvSpPr txBox="1"/>
          <p:nvPr>
            <p:ph idx="10" type="dt"/>
          </p:nvPr>
        </p:nvSpPr>
        <p:spPr>
          <a:xfrm>
            <a:off x="471488" y="8983653"/>
            <a:ext cx="1543200" cy="51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25" lIns="91500" spcFirstLastPara="1" rIns="91500" wrap="square" tIns="457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2"/>
          <p:cNvSpPr txBox="1"/>
          <p:nvPr>
            <p:ph idx="11" type="ftr"/>
          </p:nvPr>
        </p:nvSpPr>
        <p:spPr>
          <a:xfrm>
            <a:off x="2271713" y="8983653"/>
            <a:ext cx="2314500" cy="51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25" lIns="91500" spcFirstLastPara="1" rIns="91500" wrap="square" tIns="457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2"/>
          <p:cNvSpPr txBox="1"/>
          <p:nvPr>
            <p:ph idx="12" type="sldNum"/>
          </p:nvPr>
        </p:nvSpPr>
        <p:spPr>
          <a:xfrm>
            <a:off x="4843463" y="8983653"/>
            <a:ext cx="1543200" cy="51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25" lIns="91500" spcFirstLastPara="1" rIns="91500" wrap="square" tIns="457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471488" y="516046"/>
            <a:ext cx="5915100" cy="187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25" lIns="91500" spcFirstLastPara="1" rIns="91500" wrap="square" tIns="45725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  <a:defRPr b="0" i="0" sz="33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471488" y="2580220"/>
            <a:ext cx="5915100" cy="61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25" lIns="91500" spcFirstLastPara="1" rIns="91500" wrap="square" tIns="45725">
            <a:norm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115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ial"/>
              <a:buChar char="•"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115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ial"/>
              <a:buChar char="•"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115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ial"/>
              <a:buChar char="•"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115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ial"/>
              <a:buChar char="•"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115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ial"/>
              <a:buChar char="•"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115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ial"/>
              <a:buChar char="•"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471488" y="8983653"/>
            <a:ext cx="1543200" cy="51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25" lIns="91500" spcFirstLastPara="1" rIns="91500" wrap="square" tIns="457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2271713" y="8983653"/>
            <a:ext cx="2314500" cy="51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25" lIns="91500" spcFirstLastPara="1" rIns="91500" wrap="square" tIns="45725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4843463" y="8983653"/>
            <a:ext cx="1543200" cy="51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25" lIns="91500" spcFirstLastPara="1" rIns="91500" wrap="square" tIns="457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hyperlink" Target="https://dabeastservices.com/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3"/>
          <p:cNvSpPr/>
          <p:nvPr/>
        </p:nvSpPr>
        <p:spPr>
          <a:xfrm>
            <a:off x="0" y="-96233"/>
            <a:ext cx="6858000" cy="9871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25" lIns="91500" spcFirstLastPara="1" rIns="91500" wrap="square" tIns="457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t/>
            </a:r>
            <a:endParaRPr b="0" i="0" sz="10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" name="Google Shape;90;p13"/>
          <p:cNvSpPr/>
          <p:nvPr/>
        </p:nvSpPr>
        <p:spPr>
          <a:xfrm>
            <a:off x="0" y="1559931"/>
            <a:ext cx="6858000" cy="82155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txBody>
          <a:bodyPr anchorCtr="0" anchor="ctr" bIns="45725" lIns="91500" spcFirstLastPara="1" rIns="91500" wrap="square" tIns="457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t/>
            </a:r>
            <a:endParaRPr b="0" i="0" sz="10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" name="Google Shape;91;p13"/>
          <p:cNvSpPr/>
          <p:nvPr/>
        </p:nvSpPr>
        <p:spPr>
          <a:xfrm>
            <a:off x="3501242" y="4241916"/>
            <a:ext cx="3177600" cy="1821900"/>
          </a:xfrm>
          <a:prstGeom prst="roundRect">
            <a:avLst>
              <a:gd fmla="val 4489" name="adj"/>
            </a:avLst>
          </a:prstGeom>
          <a:solidFill>
            <a:srgbClr val="3F3F3F"/>
          </a:solidFill>
          <a:ln>
            <a:noFill/>
          </a:ln>
        </p:spPr>
        <p:txBody>
          <a:bodyPr anchorCtr="0" anchor="ctr" bIns="45725" lIns="91500" spcFirstLastPara="1" rIns="91500" wrap="square" tIns="457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" name="Google Shape;92;p13"/>
          <p:cNvSpPr txBox="1"/>
          <p:nvPr/>
        </p:nvSpPr>
        <p:spPr>
          <a:xfrm>
            <a:off x="1475426" y="252340"/>
            <a:ext cx="53430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25" lIns="91500" spcFirstLastPara="1" rIns="91500" wrap="square" tIns="457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00"/>
              <a:buFont typeface="Arial"/>
              <a:buNone/>
            </a:pPr>
            <a:r>
              <a:rPr b="1" i="0" lang="en-US" sz="3400" u="none" cap="none" strike="noStrike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rPr>
              <a:t>DaBeast Catering LLC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ull face with horns&#10;&#10;Description automatically generated" id="93" name="Google Shape;93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5819" y="261393"/>
            <a:ext cx="1054918" cy="1054920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3"/>
          <p:cNvSpPr txBox="1"/>
          <p:nvPr/>
        </p:nvSpPr>
        <p:spPr>
          <a:xfrm>
            <a:off x="179110" y="1842628"/>
            <a:ext cx="3322200" cy="3755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25" lIns="91500" spcFirstLastPara="1" rIns="91500" wrap="square" tIns="457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Breakfast</a:t>
            </a:r>
            <a:br>
              <a:rPr b="0" i="0" lang="en-US" sz="3600" u="none" cap="none" strike="noStrike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</a:br>
            <a:endParaRPr b="0" i="0" sz="1800" u="none" cap="none" strike="noStrike">
              <a:solidFill>
                <a:schemeClr val="lt1"/>
              </a:solidFill>
              <a:latin typeface="Arial Narrow"/>
              <a:ea typeface="Arial Narrow"/>
              <a:cs typeface="Arial Narrow"/>
              <a:sym typeface="Arial Narrow"/>
            </a:endParaRPr>
          </a:p>
          <a:p>
            <a:pPr indent="-279400" lvl="0" marL="279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</a:pPr>
            <a:r>
              <a:rPr b="0" i="0" lang="en-US" sz="1800" u="none" cap="none" strike="noStrike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Monte Cristo w/ House Syrup ……………………………… </a:t>
            </a:r>
            <a:r>
              <a:rPr b="1" i="0" lang="en-US" sz="1800" u="none" cap="none" strike="noStrike">
                <a:solidFill>
                  <a:srgbClr val="8CD872"/>
                </a:solidFill>
                <a:latin typeface="Arial Narrow"/>
                <a:ea typeface="Arial Narrow"/>
                <a:cs typeface="Arial Narrow"/>
                <a:sym typeface="Arial Narrow"/>
              </a:rPr>
              <a:t>15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1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 Narrow"/>
              <a:ea typeface="Arial Narrow"/>
              <a:cs typeface="Arial Narrow"/>
              <a:sym typeface="Arial Narrow"/>
            </a:endParaRPr>
          </a:p>
          <a:p>
            <a:pPr indent="-279400" lvl="0" marL="279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</a:pPr>
            <a:r>
              <a:rPr b="0" i="0" lang="en-US" sz="1800" u="none" cap="none" strike="noStrike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Waffle Breakfast Tacos ….. </a:t>
            </a:r>
            <a:r>
              <a:rPr b="1" i="0" lang="en-US" sz="1800" u="none" cap="none" strike="noStrike">
                <a:solidFill>
                  <a:srgbClr val="8CD872"/>
                </a:solidFill>
                <a:latin typeface="Arial Narrow"/>
                <a:ea typeface="Arial Narrow"/>
                <a:cs typeface="Arial Narrow"/>
                <a:sym typeface="Arial Narrow"/>
              </a:rPr>
              <a:t>16</a:t>
            </a:r>
            <a:br>
              <a:rPr b="0" i="0" lang="en-US" sz="500" u="none" cap="none" strike="noStrike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</a:br>
            <a:endParaRPr b="0" i="0" sz="800" u="none" cap="none" strike="noStrike">
              <a:solidFill>
                <a:schemeClr val="lt1"/>
              </a:solidFill>
              <a:latin typeface="Arial Narrow"/>
              <a:ea typeface="Arial Narrow"/>
              <a:cs typeface="Arial Narrow"/>
              <a:sym typeface="Arial Narrow"/>
            </a:endParaRPr>
          </a:p>
          <a:p>
            <a:pPr indent="0" lvl="1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1" lang="en-US" sz="1400" u="none" cap="none" strike="noStrike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Made from the freshest plantains</a:t>
            </a:r>
            <a:endParaRPr b="0" i="1" sz="1800" u="none" cap="none" strike="noStrike">
              <a:solidFill>
                <a:schemeClr val="lt1"/>
              </a:solidFill>
              <a:latin typeface="Arial Narrow"/>
              <a:ea typeface="Arial Narrow"/>
              <a:cs typeface="Arial Narrow"/>
              <a:sym typeface="Arial Narrow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 Narrow"/>
              <a:ea typeface="Arial Narrow"/>
              <a:cs typeface="Arial Narrow"/>
              <a:sym typeface="Arial Narrow"/>
            </a:endParaRPr>
          </a:p>
          <a:p>
            <a:pPr indent="-279400" lvl="0" marL="279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</a:pPr>
            <a:r>
              <a:rPr b="0" i="0" lang="en-US" sz="1800" u="none" cap="none" strike="noStrike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Signature French Toast …. </a:t>
            </a:r>
            <a:r>
              <a:rPr b="1" i="0" lang="en-US" sz="1800" u="none" cap="none" strike="noStrike">
                <a:solidFill>
                  <a:srgbClr val="8CD872"/>
                </a:solidFill>
                <a:latin typeface="Arial Narrow"/>
                <a:ea typeface="Arial Narrow"/>
                <a:cs typeface="Arial Narrow"/>
                <a:sym typeface="Arial Narrow"/>
              </a:rPr>
              <a:t>13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 Narrow"/>
              <a:ea typeface="Arial Narrow"/>
              <a:cs typeface="Arial Narrow"/>
              <a:sym typeface="Arial Narrow"/>
            </a:endParaRPr>
          </a:p>
          <a:p>
            <a:pPr indent="-342900" lvl="0" marL="3429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</a:pPr>
            <a:r>
              <a:rPr b="0" i="0" lang="en-US" sz="1800" u="none" cap="none" strike="noStrike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Queso Frito ……………… </a:t>
            </a:r>
            <a:r>
              <a:rPr b="1" i="0" lang="en-US" sz="1800" u="none" cap="none" strike="noStrike">
                <a:solidFill>
                  <a:srgbClr val="8CD872"/>
                </a:solidFill>
                <a:latin typeface="Arial Narrow"/>
                <a:ea typeface="Arial Narrow"/>
                <a:cs typeface="Arial Narrow"/>
                <a:sym typeface="Arial Narrow"/>
              </a:rPr>
              <a:t>12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	</a:t>
            </a:r>
            <a:r>
              <a:rPr b="0" i="1" lang="en-US" sz="1400" u="none" cap="none" strike="noStrike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Fried cheese w/ guava marmalade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" name="Google Shape;95;p13"/>
          <p:cNvSpPr txBox="1"/>
          <p:nvPr/>
        </p:nvSpPr>
        <p:spPr>
          <a:xfrm>
            <a:off x="3560620" y="1842632"/>
            <a:ext cx="3081000" cy="4509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25" lIns="91500" spcFirstLastPara="1" rIns="91500" wrap="square" tIns="457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Lunch / Dinner</a:t>
            </a:r>
            <a:br>
              <a:rPr b="0" i="0" lang="en-US" sz="3600" u="none" cap="none" strike="noStrike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</a:br>
            <a:endParaRPr b="0" i="0" sz="1800" u="none" cap="none" strike="noStrike">
              <a:solidFill>
                <a:schemeClr val="lt1"/>
              </a:solidFill>
              <a:latin typeface="Arial Narrow"/>
              <a:ea typeface="Arial Narrow"/>
              <a:cs typeface="Arial Narrow"/>
              <a:sym typeface="Arial Narrow"/>
            </a:endParaRPr>
          </a:p>
          <a:p>
            <a:pPr indent="-279400" lvl="0" marL="279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</a:pPr>
            <a:r>
              <a:rPr b="0" i="0" lang="en-US" sz="1800" u="none" cap="none" strike="noStrike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Arroz con Pollo Plate  ….… </a:t>
            </a:r>
            <a:r>
              <a:rPr b="1" i="0" lang="en-US" sz="1800" u="none" cap="none" strike="noStrike">
                <a:solidFill>
                  <a:srgbClr val="8CD872"/>
                </a:solidFill>
                <a:latin typeface="Arial Narrow"/>
                <a:ea typeface="Arial Narrow"/>
                <a:cs typeface="Arial Narrow"/>
                <a:sym typeface="Arial Narrow"/>
              </a:rPr>
              <a:t>14</a:t>
            </a:r>
            <a:r>
              <a:rPr b="0" i="0" lang="en-US" sz="1800" u="none" cap="none" strike="noStrike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	</a:t>
            </a:r>
            <a:r>
              <a:rPr b="0" i="0" lang="en-US" sz="1400" u="none" cap="none" strike="noStrike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Rice, beans w/ smoked chicken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 Narrow"/>
              <a:ea typeface="Arial Narrow"/>
              <a:cs typeface="Arial Narrow"/>
              <a:sym typeface="Arial Narrow"/>
            </a:endParaRPr>
          </a:p>
          <a:p>
            <a:pPr indent="-279400" lvl="0" marL="279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</a:pPr>
            <a:r>
              <a:rPr b="0" i="0" lang="en-US" sz="1800" u="none" cap="none" strike="noStrike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Pinchos ……………………. </a:t>
            </a:r>
            <a:r>
              <a:rPr b="1" i="0" lang="en-US" sz="1800" u="none" cap="none" strike="noStrike">
                <a:solidFill>
                  <a:srgbClr val="8CD872"/>
                </a:solidFill>
                <a:latin typeface="Arial Narrow"/>
                <a:ea typeface="Arial Narrow"/>
                <a:cs typeface="Arial Narrow"/>
                <a:sym typeface="Arial Narrow"/>
              </a:rPr>
              <a:t>16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	</a:t>
            </a:r>
            <a:r>
              <a:rPr b="0" i="1" lang="en-US" sz="1400" u="none" cap="none" strike="noStrike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Smoked chicken skewers</a:t>
            </a:r>
            <a:r>
              <a:rPr b="0" i="0" lang="en-US" sz="1400" u="none" cap="none" strike="noStrike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 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 Narrow"/>
              <a:ea typeface="Arial Narrow"/>
              <a:cs typeface="Arial Narrow"/>
              <a:sym typeface="Arial Narrow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Sides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3429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</a:pPr>
            <a:r>
              <a:rPr b="0" i="0" lang="en-US" sz="1800" u="none" cap="none" strike="noStrike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Platanos Maduros .............. </a:t>
            </a:r>
            <a:r>
              <a:rPr b="1" i="0" lang="en-US" sz="1800" u="none" cap="none" strike="noStrike">
                <a:solidFill>
                  <a:srgbClr val="8CD872"/>
                </a:solidFill>
                <a:latin typeface="Arial Narrow"/>
                <a:ea typeface="Arial Narrow"/>
                <a:cs typeface="Arial Narrow"/>
                <a:sym typeface="Arial Narrow"/>
              </a:rPr>
              <a:t>4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	</a:t>
            </a:r>
            <a:r>
              <a:rPr b="0" i="1" lang="en-US" sz="1400" u="none" cap="none" strike="noStrike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Sweet plaintains</a:t>
            </a:r>
            <a:endParaRPr b="0" i="1" sz="1400" u="none" cap="none" strike="noStrike">
              <a:solidFill>
                <a:schemeClr val="lt1"/>
              </a:solidFill>
              <a:latin typeface="Arial Narrow"/>
              <a:ea typeface="Arial Narrow"/>
              <a:cs typeface="Arial Narrow"/>
              <a:sym typeface="Arial Narrow"/>
            </a:endParaRPr>
          </a:p>
          <a:p>
            <a:pPr indent="-342900" lvl="0" marL="3429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</a:pPr>
            <a:r>
              <a:rPr b="0" i="0" lang="en-US" sz="1800" u="none" cap="none" strike="noStrike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Tostones …………………… </a:t>
            </a:r>
            <a:r>
              <a:rPr b="1" i="0" lang="en-US" sz="1800" u="none" cap="none" strike="noStrike">
                <a:solidFill>
                  <a:srgbClr val="8CD872"/>
                </a:solidFill>
                <a:latin typeface="Arial Narrow"/>
                <a:ea typeface="Arial Narrow"/>
                <a:cs typeface="Arial Narrow"/>
                <a:sym typeface="Arial Narrow"/>
              </a:rPr>
              <a:t>4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1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1" lang="en-US" sz="1400" u="none" cap="none" strike="noStrike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Crisped plantains</a:t>
            </a:r>
            <a:endParaRPr b="0" i="0" sz="1400" u="none" cap="none" strike="noStrike">
              <a:solidFill>
                <a:schemeClr val="lt1"/>
              </a:solidFill>
              <a:latin typeface="Arial Narrow"/>
              <a:ea typeface="Arial Narrow"/>
              <a:cs typeface="Arial Narrow"/>
              <a:sym typeface="Arial Narrow"/>
            </a:endParaRPr>
          </a:p>
          <a:p>
            <a:pPr indent="-342900" lvl="0" marL="3429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</a:pPr>
            <a:r>
              <a:rPr b="0" i="0" lang="en-US" sz="1800" u="none" cap="none" strike="noStrike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Arroz con Pollo ……………. </a:t>
            </a:r>
            <a:r>
              <a:rPr b="1" i="0" lang="en-US" sz="1800" u="none" cap="none" strike="noStrike">
                <a:solidFill>
                  <a:srgbClr val="8CD872"/>
                </a:solidFill>
                <a:latin typeface="Arial Narrow"/>
                <a:ea typeface="Arial Narrow"/>
                <a:cs typeface="Arial Narrow"/>
                <a:sym typeface="Arial Narrow"/>
              </a:rPr>
              <a:t>4</a:t>
            </a:r>
            <a:br>
              <a:rPr b="1" i="0" lang="en-US" sz="500" u="none" cap="none" strike="noStrike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</a:br>
            <a:endParaRPr b="1" i="0" sz="800" u="none" cap="none" strike="noStrike">
              <a:solidFill>
                <a:schemeClr val="lt1"/>
              </a:solidFill>
              <a:latin typeface="Arial Narrow"/>
              <a:ea typeface="Arial Narrow"/>
              <a:cs typeface="Arial Narrow"/>
              <a:sym typeface="Arial Narrow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00"/>
              <a:buFont typeface="Arial"/>
              <a:buNone/>
            </a:pPr>
            <a:br>
              <a:rPr b="0" i="0" lang="en-US" sz="500" u="none" cap="none" strike="noStrike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</a:br>
            <a:endParaRPr b="0" i="0" sz="800" u="none" cap="none" strike="noStrike">
              <a:solidFill>
                <a:schemeClr val="lt1"/>
              </a:solidFill>
              <a:latin typeface="Arial Narrow"/>
              <a:ea typeface="Arial Narrow"/>
              <a:cs typeface="Arial Narrow"/>
              <a:sym typeface="Arial Narrow"/>
            </a:endParaRPr>
          </a:p>
        </p:txBody>
      </p:sp>
      <p:sp>
        <p:nvSpPr>
          <p:cNvPr id="96" name="Google Shape;96;p13"/>
          <p:cNvSpPr txBox="1"/>
          <p:nvPr/>
        </p:nvSpPr>
        <p:spPr>
          <a:xfrm>
            <a:off x="307161" y="6022174"/>
            <a:ext cx="3194100" cy="2247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25" lIns="91500" spcFirstLastPara="1" rIns="91500" wrap="square" tIns="457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Desserts</a:t>
            </a:r>
            <a:endParaRPr b="1" i="0" sz="2400" u="none" cap="none" strike="noStrike">
              <a:solidFill>
                <a:schemeClr val="lt1"/>
              </a:solidFill>
              <a:latin typeface="Arial Narrow"/>
              <a:ea typeface="Arial Narrow"/>
              <a:cs typeface="Arial Narrow"/>
              <a:sym typeface="Arial Narrow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 Narrow"/>
              <a:ea typeface="Arial Narrow"/>
              <a:cs typeface="Arial Narrow"/>
              <a:sym typeface="Arial Narrow"/>
            </a:endParaRPr>
          </a:p>
          <a:p>
            <a:pPr indent="-165100" lvl="0" marL="279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 Narrow"/>
              <a:ea typeface="Arial Narrow"/>
              <a:cs typeface="Arial Narrow"/>
              <a:sym typeface="Arial Narrow"/>
            </a:endParaRPr>
          </a:p>
          <a:p>
            <a:pPr indent="-279400" lvl="0" marL="279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</a:pPr>
            <a:r>
              <a:rPr b="0" i="0" lang="en-US" sz="1800" u="none" cap="none" strike="noStrike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Fried Oreos ……………….. </a:t>
            </a:r>
            <a:r>
              <a:rPr b="1" i="0" lang="en-US" sz="1800" u="none" cap="none" strike="noStrike">
                <a:solidFill>
                  <a:srgbClr val="8CD872"/>
                </a:solidFill>
                <a:latin typeface="Arial Narrow"/>
                <a:ea typeface="Arial Narrow"/>
                <a:cs typeface="Arial Narrow"/>
                <a:sym typeface="Arial Narrow"/>
              </a:rPr>
              <a:t>5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79400" lvl="0" marL="279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</a:pPr>
            <a:r>
              <a:rPr b="0" i="0" lang="en-US" sz="1800" u="none" cap="none" strike="noStrike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Fried Cheesecake Bites …. </a:t>
            </a:r>
            <a:r>
              <a:rPr b="1" i="0" lang="en-US" sz="1800" u="none" cap="none" strike="noStrike">
                <a:solidFill>
                  <a:srgbClr val="8CD872"/>
                </a:solidFill>
                <a:latin typeface="Arial Narrow"/>
                <a:ea typeface="Arial Narrow"/>
                <a:cs typeface="Arial Narrow"/>
                <a:sym typeface="Arial Narrow"/>
              </a:rPr>
              <a:t>6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79400" lvl="0" marL="279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</a:pPr>
            <a:r>
              <a:rPr b="0" i="0" lang="en-US" sz="1800" u="none" cap="none" strike="noStrike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Limber De Coco (Ice Cream) …………………………….… </a:t>
            </a:r>
            <a:r>
              <a:rPr b="1" i="0" lang="en-US" sz="1800" u="none" cap="none" strike="noStrike">
                <a:solidFill>
                  <a:srgbClr val="8CD872"/>
                </a:solidFill>
                <a:latin typeface="Arial Narrow"/>
                <a:ea typeface="Arial Narrow"/>
                <a:cs typeface="Arial Narrow"/>
                <a:sym typeface="Arial Narrow"/>
              </a:rPr>
              <a:t>5</a:t>
            </a:r>
            <a:endParaRPr b="1" i="0" sz="1400" u="none" cap="none" strike="noStrike">
              <a:solidFill>
                <a:srgbClr val="8CD87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97" name="Google Shape;97;p13"/>
          <p:cNvCxnSpPr/>
          <p:nvPr/>
        </p:nvCxnSpPr>
        <p:spPr>
          <a:xfrm>
            <a:off x="155579" y="2509521"/>
            <a:ext cx="6486000" cy="0"/>
          </a:xfrm>
          <a:prstGeom prst="straightConnector1">
            <a:avLst/>
          </a:prstGeom>
          <a:noFill/>
          <a:ln cap="flat" cmpd="sng" w="19050">
            <a:solidFill>
              <a:schemeClr val="lt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98" name="Google Shape;98;p13"/>
          <p:cNvCxnSpPr/>
          <p:nvPr/>
        </p:nvCxnSpPr>
        <p:spPr>
          <a:xfrm>
            <a:off x="155579" y="6708941"/>
            <a:ext cx="6486000" cy="0"/>
          </a:xfrm>
          <a:prstGeom prst="straightConnector1">
            <a:avLst/>
          </a:prstGeom>
          <a:noFill/>
          <a:ln cap="flat" cmpd="sng" w="19050">
            <a:solidFill>
              <a:schemeClr val="lt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99" name="Google Shape;99;p13"/>
          <p:cNvSpPr txBox="1"/>
          <p:nvPr/>
        </p:nvSpPr>
        <p:spPr>
          <a:xfrm>
            <a:off x="3567791" y="6022169"/>
            <a:ext cx="3081000" cy="35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25" lIns="91500" spcFirstLastPara="1" rIns="91500" wrap="square" tIns="457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Beverages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 Narrow"/>
              <a:ea typeface="Arial Narrow"/>
              <a:cs typeface="Arial Narrow"/>
              <a:sym typeface="Arial Narrow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 Narrow"/>
              <a:ea typeface="Arial Narrow"/>
              <a:cs typeface="Arial Narrow"/>
              <a:sym typeface="Arial Narrow"/>
            </a:endParaRPr>
          </a:p>
          <a:p>
            <a:pPr indent="-279400" lvl="0" marL="279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</a:pPr>
            <a:r>
              <a:rPr b="0" i="0" lang="en-US" sz="1800" u="none" cap="none" strike="noStrike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Guanabana ………………... </a:t>
            </a:r>
            <a:r>
              <a:rPr b="1" i="0" lang="en-US" sz="1800" u="none" cap="none" strike="noStrike">
                <a:solidFill>
                  <a:srgbClr val="8CD872"/>
                </a:solidFill>
                <a:latin typeface="Arial Narrow"/>
                <a:ea typeface="Arial Narrow"/>
                <a:cs typeface="Arial Narrow"/>
                <a:sym typeface="Arial Narrow"/>
              </a:rPr>
              <a:t>4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175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 Narrow"/>
              <a:buChar char="○"/>
            </a:pPr>
            <a:r>
              <a:rPr b="0" i="1" lang="en-US" sz="1400" u="none" cap="none" strike="noStrike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Creamy tart drink derived</a:t>
            </a:r>
            <a:br>
              <a:rPr i="1" lang="en-US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</a:br>
            <a:r>
              <a:rPr b="0" i="1" lang="en-US" sz="1400" u="none" cap="none" strike="noStrike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from indigenous fruit </a:t>
            </a:r>
            <a:r>
              <a:rPr b="0" i="0" lang="en-US" sz="1400" u="none" cap="none" strike="noStrike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☺</a:t>
            </a:r>
            <a:br>
              <a:rPr b="0" i="0" lang="en-US" sz="1400" u="none" cap="none" strike="noStrike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</a:br>
            <a:endParaRPr b="0" i="0" sz="1800" u="none" cap="none" strike="noStrike">
              <a:solidFill>
                <a:schemeClr val="lt1"/>
              </a:solidFill>
              <a:latin typeface="Arial Narrow"/>
              <a:ea typeface="Arial Narrow"/>
              <a:cs typeface="Arial Narrow"/>
              <a:sym typeface="Arial Narrow"/>
            </a:endParaRPr>
          </a:p>
          <a:p>
            <a:pPr indent="-279400" lvl="0" marL="279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</a:pPr>
            <a:r>
              <a:rPr b="0" i="0" lang="en-US" sz="1800" u="none" cap="none" strike="noStrike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Tamarindo …………………. </a:t>
            </a:r>
            <a:r>
              <a:rPr b="1" i="0" lang="en-US" sz="1800" u="none" cap="none" strike="noStrike">
                <a:solidFill>
                  <a:srgbClr val="8CD872"/>
                </a:solidFill>
                <a:latin typeface="Arial Narrow"/>
                <a:ea typeface="Arial Narrow"/>
                <a:cs typeface="Arial Narrow"/>
                <a:sym typeface="Arial Narrow"/>
              </a:rPr>
              <a:t>4</a:t>
            </a:r>
            <a:br>
              <a:rPr b="0" i="0" lang="en-US" sz="1400" u="none" cap="none" strike="noStrike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</a:br>
            <a:endParaRPr b="0" i="0" sz="1800" u="none" cap="none" strike="noStrike">
              <a:solidFill>
                <a:schemeClr val="lt1"/>
              </a:solidFill>
              <a:latin typeface="Arial Narrow"/>
              <a:ea typeface="Arial Narrow"/>
              <a:cs typeface="Arial Narrow"/>
              <a:sym typeface="Arial Narrow"/>
            </a:endParaRPr>
          </a:p>
          <a:p>
            <a:pPr indent="-279400" lvl="0" marL="279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</a:pPr>
            <a:r>
              <a:rPr b="0" i="0" lang="en-US" sz="1800" u="none" cap="none" strike="noStrike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Soft Drinks …………………. </a:t>
            </a:r>
            <a:r>
              <a:rPr b="1" i="0" lang="en-US" sz="1800" u="none" cap="none" strike="noStrike">
                <a:solidFill>
                  <a:srgbClr val="8CD872"/>
                </a:solidFill>
                <a:latin typeface="Arial Narrow"/>
                <a:ea typeface="Arial Narrow"/>
                <a:cs typeface="Arial Narrow"/>
                <a:sym typeface="Arial Narrow"/>
              </a:rPr>
              <a:t>3</a:t>
            </a:r>
            <a:br>
              <a:rPr b="0" i="0" lang="en-US" sz="1800" u="none" cap="none" strike="noStrike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</a:br>
            <a:endParaRPr b="0" i="0" sz="1800" u="none" cap="none" strike="noStrike">
              <a:solidFill>
                <a:schemeClr val="lt1"/>
              </a:solidFill>
              <a:latin typeface="Arial Narrow"/>
              <a:ea typeface="Arial Narrow"/>
              <a:cs typeface="Arial Narrow"/>
              <a:sym typeface="Arial Narrow"/>
            </a:endParaRPr>
          </a:p>
          <a:p>
            <a:pPr indent="-279400" lvl="0" marL="279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</a:pPr>
            <a:r>
              <a:rPr b="0" i="0" lang="en-US" sz="1800" u="none" cap="none" strike="noStrike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Water ……………………….. </a:t>
            </a:r>
            <a:r>
              <a:rPr b="1" i="0" lang="en-US" sz="1800" u="none" cap="none" strike="noStrike">
                <a:solidFill>
                  <a:srgbClr val="8CD872"/>
                </a:solidFill>
                <a:latin typeface="Arial Narrow"/>
                <a:ea typeface="Arial Narrow"/>
                <a:cs typeface="Arial Narrow"/>
                <a:sym typeface="Arial Narrow"/>
              </a:rPr>
              <a:t>3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qr code with black squares&#10;&#10;Description automatically generated" id="100" name="Google Shape;100;p1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267076" y="8263426"/>
            <a:ext cx="753925" cy="753925"/>
          </a:xfrm>
          <a:prstGeom prst="rect">
            <a:avLst/>
          </a:prstGeom>
          <a:noFill/>
          <a:ln>
            <a:noFill/>
          </a:ln>
        </p:spPr>
      </p:pic>
      <p:sp>
        <p:nvSpPr>
          <p:cNvPr id="101" name="Google Shape;101;p13"/>
          <p:cNvSpPr txBox="1"/>
          <p:nvPr/>
        </p:nvSpPr>
        <p:spPr>
          <a:xfrm>
            <a:off x="150199" y="9103926"/>
            <a:ext cx="30339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25" lIns="91500" spcFirstLastPara="1" rIns="91500" wrap="square" tIns="457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1" lang="en-US" sz="1600" u="none" cap="none" strike="noStrike">
                <a:solidFill>
                  <a:srgbClr val="C9DAF8"/>
                </a:solidFill>
                <a:uFill>
                  <a:noFill/>
                </a:uFill>
                <a:latin typeface="Arial"/>
                <a:ea typeface="Arial"/>
                <a:cs typeface="Arial"/>
                <a:sym typeface="Arial"/>
                <a:hlinkClick r:id="rId5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https://dabeastservices.com</a:t>
            </a:r>
            <a:endParaRPr b="0" i="1" sz="1600" u="none" cap="none" strike="noStrike">
              <a:solidFill>
                <a:srgbClr val="C9DAF8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" name="Google Shape;102;p13"/>
          <p:cNvSpPr txBox="1"/>
          <p:nvPr/>
        </p:nvSpPr>
        <p:spPr>
          <a:xfrm>
            <a:off x="3723398" y="863394"/>
            <a:ext cx="28329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25" lIns="91500" spcFirstLastPara="1" rIns="91500" wrap="square" tIns="45725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1" lang="en-US" sz="1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(719) 551-9409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