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2918400" cx="21945600"/>
  <p:notesSz cx="6858000" cy="9144000"/>
  <p:embeddedFontLst>
    <p:embeddedFont>
      <p:font typeface="Play"/>
      <p:regular r:id="rId6"/>
      <p:bold r:id="rId7"/>
    </p:embeddedFont>
    <p:embeddedFont>
      <p:font typeface="Arial Narrow"/>
      <p:regular r:id="rId8"/>
      <p:bold r:id="rId9"/>
      <p:italic r:id="rId10"/>
      <p:boldItalic r:id="rId11"/>
    </p:embeddedFont>
    <p:embeddedFont>
      <p:font typeface="Open Sans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AGQ6bx072VdG0iiEFAjy+qtJD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boldItalic.fntdata"/><Relationship Id="rId10" Type="http://schemas.openxmlformats.org/officeDocument/2006/relationships/font" Target="fonts/ArialNarrow-italic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Narrow-bold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Arial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401336" y="1143000"/>
            <a:ext cx="2055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401336" y="1143000"/>
            <a:ext cx="2055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645920" y="5387343"/>
            <a:ext cx="186537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743200" y="17289783"/>
            <a:ext cx="16459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lvl="0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497331" y="8206749"/>
            <a:ext cx="18928200" cy="136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497331" y="22029429"/>
            <a:ext cx="189282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757575"/>
              </a:buClr>
              <a:buSzPts val="5900"/>
              <a:buNone/>
              <a:defRPr sz="5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900"/>
              <a:buNone/>
              <a:defRPr sz="49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400"/>
              <a:buNone/>
              <a:defRPr sz="4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5087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11099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511619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511619" y="8069581"/>
            <a:ext cx="92841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b="1" sz="5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b="1" sz="4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511619" y="12024360"/>
            <a:ext cx="9284100" cy="17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1109962" y="8069581"/>
            <a:ext cx="93294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b="1" sz="5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b="1" sz="4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1109962" y="12024360"/>
            <a:ext cx="9329400" cy="17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7239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800"/>
              <a:buChar char="•"/>
              <a:defRPr sz="7800"/>
            </a:lvl1pPr>
            <a:lvl2pPr indent="-6667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 sz="5900"/>
            </a:lvl3pPr>
            <a:lvl4pPr indent="-5397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4pPr>
            <a:lvl5pPr indent="-5397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5pPr>
            <a:lvl6pPr indent="-5397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6pPr>
            <a:lvl7pPr indent="-5397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7pPr>
            <a:lvl8pPr indent="-5397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8pPr>
            <a:lvl9pPr indent="-5397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9592" y="9742051"/>
            <a:ext cx="20886300" cy="18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122542" y="13335000"/>
            <a:ext cx="27896700" cy="47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5478748" y="8740050"/>
            <a:ext cx="27896700" cy="13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032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indent="-6032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indent="-6032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indent="-6032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indent="-6032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indent="-6032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indent="-6032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indent="-6032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indent="-60325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Play"/>
              <a:buNone/>
              <a:defRPr b="0" i="0" sz="10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normAutofit/>
          </a:bodyPr>
          <a:lstStyle>
            <a:lvl1pPr indent="-666750" lvl="0" marL="457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Char char="•"/>
              <a:defRPr b="0" i="0" sz="6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0325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Char char="•"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3975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Char char="•"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080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080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080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080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080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080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4600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326828"/>
            <a:ext cx="21945600" cy="3352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5297875"/>
            <a:ext cx="21945600" cy="27902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149225" lIns="298525" spcFirstLastPara="1" rIns="298525" wrap="square" tIns="14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721363" y="857002"/>
            <a:ext cx="170976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 Catering LLC</a:t>
            </a:r>
            <a:endParaRPr sz="4600"/>
          </a:p>
        </p:txBody>
      </p:sp>
      <p:pic>
        <p:nvPicPr>
          <p:cNvPr descr="A bull face with horns&#10;&#10;Description automatically generated"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621" y="887749"/>
            <a:ext cx="3582738" cy="358274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894849" y="7286475"/>
            <a:ext cx="20085900" cy="10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endParaRPr sz="1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041400" lvl="0" marL="149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b="1"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Cheeseburger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……………………………….…..........................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12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041400" lvl="0" marL="149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b="1"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Beer Brat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……………………………….......................................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7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23950" lvl="1" marL="29845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Meal deal: Chips and drink ……………………………. 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Add 3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29845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041400" lvl="0" marL="149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●"/>
            </a:pPr>
            <a:r>
              <a:rPr b="1"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Pastelillos ………………………………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.....................................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4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23950" lvl="1" marL="2984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 Narrow"/>
              <a:buChar char="○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Stuffed fried empanadas (beef and cheese)</a:t>
            </a:r>
            <a:b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53150" y="19068225"/>
            <a:ext cx="9859200" cy="80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b="1" sz="7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55880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</a:t>
            </a:r>
            <a:r>
              <a:rPr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……………………………….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4600"/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sz="4600"/>
          </a:p>
          <a:p>
            <a:pPr indent="0" lvl="0" marL="149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</p:txBody>
      </p:sp>
      <p:cxnSp>
        <p:nvCxnSpPr>
          <p:cNvPr id="95" name="Google Shape;95;p1"/>
          <p:cNvCxnSpPr/>
          <p:nvPr/>
        </p:nvCxnSpPr>
        <p:spPr>
          <a:xfrm>
            <a:off x="497853" y="9816771"/>
            <a:ext cx="2075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"/>
          <p:cNvCxnSpPr/>
          <p:nvPr/>
        </p:nvCxnSpPr>
        <p:spPr>
          <a:xfrm>
            <a:off x="497853" y="21400656"/>
            <a:ext cx="2075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"/>
          <p:cNvSpPr txBox="1"/>
          <p:nvPr/>
        </p:nvSpPr>
        <p:spPr>
          <a:xfrm>
            <a:off x="11416931" y="19068223"/>
            <a:ext cx="9859200" cy="117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</a:t>
            </a:r>
            <a:r>
              <a:rPr b="1" lang="en-US" sz="1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verages</a:t>
            </a:r>
            <a:endParaRPr sz="4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…………………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4600"/>
          </a:p>
          <a:p>
            <a:pPr indent="-1041400" lvl="1" marL="29845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○"/>
            </a:pPr>
            <a:r>
              <a:rPr i="1"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 from indigenous fruit </a:t>
            </a:r>
            <a: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br>
              <a:rPr lang="en-US" sz="4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Tamarindo …………………..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b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b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933450" lvl="0" marL="9271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b="1" lang="en-US" sz="59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4600"/>
          </a:p>
        </p:txBody>
      </p:sp>
      <p:pic>
        <p:nvPicPr>
          <p:cNvPr descr="A qr code with black squares&#10;&#10;Description automatically generated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643" y="27988238"/>
            <a:ext cx="2560503" cy="256050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595237" y="30842762"/>
            <a:ext cx="94791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200">
                <a:solidFill>
                  <a:schemeClr val="lt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https://dabeastservices.com</a:t>
            </a:r>
            <a:endParaRPr i="1" sz="5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3008796" y="2932280"/>
            <a:ext cx="79719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9225" lIns="298525" spcFirstLastPara="1" rIns="298525" wrap="square" tIns="1492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(719) 551-9409</a:t>
            </a:r>
            <a:endParaRPr sz="4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2024-05-17T02:02:58Z</dcterms:created>
  <dc:creator>Simeon Wuthier</dc:creator>
</cp:coreProperties>
</file>