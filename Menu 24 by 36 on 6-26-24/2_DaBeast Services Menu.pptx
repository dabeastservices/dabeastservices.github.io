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32918400" cx="21945600"/>
  <p:notesSz cx="6858000" cy="9144000"/>
  <p:embeddedFontLst>
    <p:embeddedFont>
      <p:font typeface="Play"/>
      <p:regular r:id="rId6"/>
      <p:bold r:id="rId7"/>
    </p:embeddedFont>
    <p:embeddedFont>
      <p:font typeface="Arial Narrow"/>
      <p:regular r:id="rId8"/>
      <p:bold r:id="rId9"/>
      <p:italic r:id="rId10"/>
      <p:boldItalic r:id="rId11"/>
    </p:embeddedFont>
    <p:embeddedFont>
      <p:font typeface="Open Sans"/>
      <p:bold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hAGQ6bx072VdG0iiEFAjy+qtJD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ArialNarrow-boldItalic.fntdata"/><Relationship Id="rId10" Type="http://schemas.openxmlformats.org/officeDocument/2006/relationships/font" Target="fonts/ArialNarrow-italic.fntdata"/><Relationship Id="rId13" Type="http://schemas.openxmlformats.org/officeDocument/2006/relationships/font" Target="fonts/OpenSans-boldItalic.fntdata"/><Relationship Id="rId12" Type="http://schemas.openxmlformats.org/officeDocument/2006/relationships/font" Target="fonts/OpenSans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font" Target="fonts/ArialNarrow-bold.fntdata"/><Relationship Id="rId14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font" Target="fonts/Play-regular.fntdata"/><Relationship Id="rId7" Type="http://schemas.openxmlformats.org/officeDocument/2006/relationships/font" Target="fonts/Play-bold.fntdata"/><Relationship Id="rId8" Type="http://schemas.openxmlformats.org/officeDocument/2006/relationships/font" Target="fonts/ArialNarrow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401334" y="1143000"/>
            <a:ext cx="20553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2401334" y="1143000"/>
            <a:ext cx="20553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1645920" y="5387343"/>
            <a:ext cx="18653700" cy="11460600"/>
          </a:xfrm>
          <a:prstGeom prst="rect">
            <a:avLst/>
          </a:prstGeom>
          <a:noFill/>
          <a:ln>
            <a:noFill/>
          </a:ln>
        </p:spPr>
        <p:txBody>
          <a:bodyPr anchorCtr="0" anchor="b" bIns="149225" lIns="298525" spcFirstLastPara="1" rIns="298525" wrap="square" tIns="1492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700"/>
              <a:buFont typeface="Play"/>
              <a:buNone/>
              <a:defRPr sz="147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2743200" y="17289783"/>
            <a:ext cx="16459200" cy="79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lvl="0"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sz="5900"/>
            </a:lvl1pPr>
            <a:lvl2pPr lvl="1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sz="4900"/>
            </a:lvl2pPr>
            <a:lvl3pPr lvl="2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3pPr>
            <a:lvl4pPr lvl="3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4pPr>
            <a:lvl5pPr lvl="4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5pPr>
            <a:lvl6pPr lvl="5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6pPr>
            <a:lvl7pPr lvl="6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7pPr>
            <a:lvl8pPr lvl="7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8pPr>
            <a:lvl9pPr lvl="8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1508762" y="1752606"/>
            <a:ext cx="18928200" cy="636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1508762" y="8763001"/>
            <a:ext cx="18928200" cy="208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0325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indent="-6032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indent="-6032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indent="-6032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indent="-6032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indent="-6032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indent="-6032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indent="-6032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1497331" y="8206749"/>
            <a:ext cx="18928200" cy="13693200"/>
          </a:xfrm>
          <a:prstGeom prst="rect">
            <a:avLst/>
          </a:prstGeom>
          <a:noFill/>
          <a:ln>
            <a:noFill/>
          </a:ln>
        </p:spPr>
        <p:txBody>
          <a:bodyPr anchorCtr="0" anchor="b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700"/>
              <a:buFont typeface="Play"/>
              <a:buNone/>
              <a:defRPr sz="147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1497331" y="22029429"/>
            <a:ext cx="18928200" cy="72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757575"/>
              </a:buClr>
              <a:buSzPts val="5900"/>
              <a:buNone/>
              <a:defRPr sz="59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4900"/>
              <a:buNone/>
              <a:defRPr sz="49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4400"/>
              <a:buNone/>
              <a:defRPr sz="4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757575"/>
              </a:buClr>
              <a:buSzPts val="3900"/>
              <a:buNone/>
              <a:defRPr sz="39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1508762" y="1752606"/>
            <a:ext cx="18928200" cy="636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1508762" y="8763001"/>
            <a:ext cx="9327000" cy="208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0325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indent="-6032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indent="-6032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indent="-6032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indent="-6032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indent="-6032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indent="-6032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indent="-6032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11109962" y="8763001"/>
            <a:ext cx="9327000" cy="208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0325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indent="-6032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indent="-6032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indent="-6032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indent="-6032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indent="-6032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indent="-6032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indent="-6032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1511619" y="1752606"/>
            <a:ext cx="18928200" cy="636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1511619" y="8069581"/>
            <a:ext cx="9284100" cy="3954900"/>
          </a:xfrm>
          <a:prstGeom prst="rect">
            <a:avLst/>
          </a:prstGeom>
          <a:noFill/>
          <a:ln>
            <a:noFill/>
          </a:ln>
        </p:spPr>
        <p:txBody>
          <a:bodyPr anchorCtr="0" anchor="b" bIns="149225" lIns="298525" spcFirstLastPara="1" rIns="298525" wrap="square" tIns="1492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b="1" sz="5900"/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b="1" sz="4900"/>
            </a:lvl2pPr>
            <a:lvl3pPr indent="-22860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sz="4400"/>
            </a:lvl3pPr>
            <a:lvl4pPr indent="-22860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4pPr>
            <a:lvl5pPr indent="-22860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5pPr>
            <a:lvl6pPr indent="-22860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6pPr>
            <a:lvl7pPr indent="-22860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7pPr>
            <a:lvl8pPr indent="-22860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8pPr>
            <a:lvl9pPr indent="-22860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1511619" y="12024360"/>
            <a:ext cx="9284100" cy="17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0325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indent="-6032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indent="-6032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indent="-6032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indent="-6032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indent="-6032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indent="-6032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indent="-6032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11109962" y="8069581"/>
            <a:ext cx="9329700" cy="3954900"/>
          </a:xfrm>
          <a:prstGeom prst="rect">
            <a:avLst/>
          </a:prstGeom>
          <a:noFill/>
          <a:ln>
            <a:noFill/>
          </a:ln>
        </p:spPr>
        <p:txBody>
          <a:bodyPr anchorCtr="0" anchor="b" bIns="149225" lIns="298525" spcFirstLastPara="1" rIns="298525" wrap="square" tIns="1492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 b="1" sz="5900"/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None/>
              <a:defRPr b="1" sz="4900"/>
            </a:lvl2pPr>
            <a:lvl3pPr indent="-22860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sz="4400"/>
            </a:lvl3pPr>
            <a:lvl4pPr indent="-22860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4pPr>
            <a:lvl5pPr indent="-22860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5pPr>
            <a:lvl6pPr indent="-22860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6pPr>
            <a:lvl7pPr indent="-22860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7pPr>
            <a:lvl8pPr indent="-22860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8pPr>
            <a:lvl9pPr indent="-22860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b="1" sz="39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11109962" y="12024360"/>
            <a:ext cx="9329700" cy="17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0325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indent="-6032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indent="-6032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indent="-6032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indent="-6032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indent="-6032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indent="-6032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indent="-6032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1508762" y="1752606"/>
            <a:ext cx="18928200" cy="636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1511619" y="2194559"/>
            <a:ext cx="7077900" cy="7680900"/>
          </a:xfrm>
          <a:prstGeom prst="rect">
            <a:avLst/>
          </a:prstGeom>
          <a:noFill/>
          <a:ln>
            <a:noFill/>
          </a:ln>
        </p:spPr>
        <p:txBody>
          <a:bodyPr anchorCtr="0" anchor="b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800"/>
              <a:buFont typeface="Play"/>
              <a:buNone/>
              <a:defRPr sz="78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9329738" y="4739646"/>
            <a:ext cx="11109900" cy="233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72390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800"/>
              <a:buChar char="•"/>
              <a:defRPr sz="7800"/>
            </a:lvl1pPr>
            <a:lvl2pPr indent="-6667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900"/>
              <a:buChar char="•"/>
              <a:defRPr sz="6900"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 sz="5900"/>
            </a:lvl3pPr>
            <a:lvl4pPr indent="-5397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4pPr>
            <a:lvl5pPr indent="-5397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5pPr>
            <a:lvl6pPr indent="-5397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6pPr>
            <a:lvl7pPr indent="-5397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7pPr>
            <a:lvl8pPr indent="-5397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8pPr>
            <a:lvl9pPr indent="-5397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Char char="•"/>
              <a:defRPr sz="490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1511619" y="9875522"/>
            <a:ext cx="7077900" cy="18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2pPr>
            <a:lvl3pPr indent="-22860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3pPr>
            <a:lvl4pPr indent="-22860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indent="-22860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indent="-22860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indent="-22860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indent="-22860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indent="-22860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1511619" y="2194559"/>
            <a:ext cx="7077900" cy="7680900"/>
          </a:xfrm>
          <a:prstGeom prst="rect">
            <a:avLst/>
          </a:prstGeom>
          <a:noFill/>
          <a:ln>
            <a:noFill/>
          </a:ln>
        </p:spPr>
        <p:txBody>
          <a:bodyPr anchorCtr="0" anchor="b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800"/>
              <a:buFont typeface="Play"/>
              <a:buNone/>
              <a:defRPr sz="78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9329738" y="4739646"/>
            <a:ext cx="11109900" cy="23393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1511619" y="9875522"/>
            <a:ext cx="7077900" cy="182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3900"/>
              <a:buNone/>
              <a:defRPr sz="3900"/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sz="3400"/>
            </a:lvl2pPr>
            <a:lvl3pPr indent="-22860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3pPr>
            <a:lvl4pPr indent="-22860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indent="-22860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indent="-22860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indent="-22860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indent="-22860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indent="-22860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1508762" y="1752606"/>
            <a:ext cx="18928200" cy="636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529592" y="9742051"/>
            <a:ext cx="20886300" cy="1892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0325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indent="-6032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indent="-6032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indent="-6032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indent="-6032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indent="-6032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indent="-6032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indent="-6032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4122542" y="13335000"/>
            <a:ext cx="27896700" cy="473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5478748" y="8740050"/>
            <a:ext cx="27896700" cy="139218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03250" lvl="0" marL="457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1pPr>
            <a:lvl2pPr indent="-60325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2pPr>
            <a:lvl3pPr indent="-60325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3pPr>
            <a:lvl4pPr indent="-60325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4pPr>
            <a:lvl5pPr indent="-60325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5pPr>
            <a:lvl6pPr indent="-60325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6pPr>
            <a:lvl7pPr indent="-60325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7pPr>
            <a:lvl8pPr indent="-60325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8pPr>
            <a:lvl9pPr indent="-603250" lvl="8" marL="4114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46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1508762" y="1752606"/>
            <a:ext cx="18928200" cy="636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800"/>
              <a:buFont typeface="Play"/>
              <a:buNone/>
              <a:defRPr b="0" i="0" sz="10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5900"/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1508762" y="8763001"/>
            <a:ext cx="18928200" cy="208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normAutofit/>
          </a:bodyPr>
          <a:lstStyle>
            <a:lvl1pPr indent="-666750" lvl="0" marL="457200" marR="0" rtl="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900"/>
              <a:buFont typeface="Arial"/>
              <a:buChar char="•"/>
              <a:defRPr b="0" i="0" sz="6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603250" lvl="1" marL="9144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900"/>
              <a:buFont typeface="Arial"/>
              <a:buChar char="•"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539750" lvl="2" marL="13716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Arial"/>
              <a:buChar char="•"/>
              <a:defRPr b="0" i="0" sz="4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508000" lvl="3" marL="18288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508000" lvl="4" marL="22860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508000" lvl="5" marL="2743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508000" lvl="6" marL="32004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508000" lvl="7" marL="36576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508000" lvl="8" marL="41148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Char char="•"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150876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7269482" y="30510487"/>
            <a:ext cx="7406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4600"/>
              <a:buNone/>
              <a:defRPr b="0" i="0" sz="5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15499082" y="30510487"/>
            <a:ext cx="49377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2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hyperlink" Target="https://dabeastservice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-326828"/>
            <a:ext cx="21945600" cy="33526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3" y="5297875"/>
            <a:ext cx="21945600" cy="270666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149225" lIns="298525" spcFirstLastPara="1" rIns="298525" wrap="square" tIns="149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721363" y="857002"/>
            <a:ext cx="17097900" cy="19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DaBeast Catering LLC</a:t>
            </a:r>
            <a:endParaRPr sz="4600"/>
          </a:p>
        </p:txBody>
      </p:sp>
      <p:pic>
        <p:nvPicPr>
          <p:cNvPr descr="A bull face with horns&#10;&#10;Description automatically generated" id="92" name="Google Shape;9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8621" y="887749"/>
            <a:ext cx="3582739" cy="358274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 txBox="1"/>
          <p:nvPr/>
        </p:nvSpPr>
        <p:spPr>
          <a:xfrm>
            <a:off x="2210480" y="7286466"/>
            <a:ext cx="17454600" cy="100293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Lunch / Dinner</a:t>
            </a:r>
            <a:endParaRPr sz="118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041400" lvl="0" marL="1498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b="1"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Cheeseburger ……………………………..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................</a:t>
            </a:r>
            <a:r>
              <a:rPr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12</a:t>
            </a:r>
            <a:endParaRPr sz="59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041400" lvl="0" marL="14986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b="1"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Beer Brat ………………………………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........................</a:t>
            </a:r>
            <a:r>
              <a:rPr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7</a:t>
            </a:r>
            <a:endParaRPr sz="59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23950" lvl="1" marL="29845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 Narrow"/>
              <a:buChar char="○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Meal deal: Chips and drink ………………… </a:t>
            </a:r>
            <a:r>
              <a:rPr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Add 3</a:t>
            </a:r>
            <a:endParaRPr sz="59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2984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041400" lvl="0" marL="14986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 Narrow"/>
              <a:buChar char="●"/>
            </a:pPr>
            <a:r>
              <a:rPr b="1"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Pastelillos ………………………………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.......................</a:t>
            </a:r>
            <a:r>
              <a:rPr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4</a:t>
            </a:r>
            <a:endParaRPr sz="59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123950" lvl="1" marL="29845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 Narrow"/>
              <a:buChar char="○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Stuffed fried empanadas (beef and cheese)</a:t>
            </a:r>
            <a:b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6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26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953158" y="18458636"/>
            <a:ext cx="9479100" cy="98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Desserts</a:t>
            </a:r>
            <a:endParaRPr b="1" sz="78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6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558800" lvl="0" marL="9271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900"/>
              <a:buFont typeface="Arial"/>
              <a:buNone/>
            </a:pPr>
            <a:r>
              <a:t/>
            </a:r>
            <a:endParaRPr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Limber De Coco (Ice Cream)</a:t>
            </a:r>
            <a:r>
              <a:rPr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sz="59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………………………………. </a:t>
            </a:r>
            <a:r>
              <a:rPr b="1"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933450" lvl="0" marL="927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Oreos ……………….. </a:t>
            </a:r>
            <a:r>
              <a:rPr b="1"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4600"/>
          </a:p>
          <a:p>
            <a:pPr indent="-933450" lvl="0" marL="927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Cheesecake Bites …. </a:t>
            </a:r>
            <a:r>
              <a:rPr b="1"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6</a:t>
            </a:r>
            <a:endParaRPr sz="4600"/>
          </a:p>
          <a:p>
            <a:pPr indent="0" lvl="0" marL="14986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600"/>
          </a:p>
        </p:txBody>
      </p:sp>
      <p:cxnSp>
        <p:nvCxnSpPr>
          <p:cNvPr id="95" name="Google Shape;95;p1"/>
          <p:cNvCxnSpPr/>
          <p:nvPr/>
        </p:nvCxnSpPr>
        <p:spPr>
          <a:xfrm>
            <a:off x="497853" y="9816771"/>
            <a:ext cx="20755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6" name="Google Shape;96;p1"/>
          <p:cNvCxnSpPr/>
          <p:nvPr/>
        </p:nvCxnSpPr>
        <p:spPr>
          <a:xfrm>
            <a:off x="497853" y="20791056"/>
            <a:ext cx="207552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7" name="Google Shape;97;p1"/>
          <p:cNvSpPr txBox="1"/>
          <p:nvPr/>
        </p:nvSpPr>
        <p:spPr>
          <a:xfrm>
            <a:off x="11416931" y="18458623"/>
            <a:ext cx="9859200" cy="100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</a:t>
            </a:r>
            <a:r>
              <a:rPr b="1" lang="en-US" sz="1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verages</a:t>
            </a:r>
            <a:endParaRPr sz="4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933450" lvl="0" marL="927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Guanabana ……………….. </a:t>
            </a:r>
            <a:r>
              <a:rPr b="1"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sz="4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i="1" lang="en-US" sz="46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Creamy tart drink derived from </a:t>
            </a:r>
            <a:br>
              <a:rPr i="1" lang="en-US" sz="46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i="1" lang="en-US" sz="46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indigenous fruit </a:t>
            </a:r>
            <a:r>
              <a:rPr lang="en-US" sz="46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☺</a:t>
            </a:r>
            <a:endParaRPr sz="46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14986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Tamarindo</a:t>
            </a: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……………….</a:t>
            </a:r>
            <a:r>
              <a:rPr b="1"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b="1"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sz="59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933450" lvl="0" marL="927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Soft Drinks …………………. </a:t>
            </a:r>
            <a:r>
              <a:rPr b="1"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b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59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933450" lvl="0" marL="9271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900"/>
              <a:buFont typeface="Arial"/>
              <a:buChar char="•"/>
            </a:pPr>
            <a:r>
              <a:rPr lang="en-US" sz="59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Water ……………………….. </a:t>
            </a:r>
            <a:r>
              <a:rPr b="1" lang="en-US" sz="59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sz="4600"/>
          </a:p>
        </p:txBody>
      </p:sp>
      <p:pic>
        <p:nvPicPr>
          <p:cNvPr descr="A qr code with black squares&#10;&#10;Description automatically generated" id="98" name="Google Shape;9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54643" y="27988238"/>
            <a:ext cx="2560503" cy="2560503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2210445" y="30842742"/>
            <a:ext cx="6249000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360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https://dabeastservices.com</a:t>
            </a:r>
            <a:endParaRPr i="1" sz="3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3008796" y="2932280"/>
            <a:ext cx="7971900" cy="11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149225" lIns="298525" spcFirstLastPara="1" rIns="298525" wrap="square" tIns="14922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5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(719) 551-9409</a:t>
            </a:r>
            <a:endParaRPr sz="4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2024-05-17T02:02:58Z</dcterms:created>
  <dc:creator>Simeon Wuthier</dc:creator>
</cp:coreProperties>
</file>