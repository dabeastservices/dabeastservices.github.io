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32918400" cx="21945600"/>
  <p:notesSz cx="6858000" cy="9144000"/>
  <p:embeddedFontLst>
    <p:embeddedFont>
      <p:font typeface="Play"/>
      <p:regular r:id="rId6"/>
      <p:bold r:id="rId7"/>
    </p:embeddedFont>
    <p:embeddedFont>
      <p:font typeface="Arial Narrow"/>
      <p:regular r:id="rId8"/>
      <p:bold r:id="rId9"/>
      <p:italic r:id="rId10"/>
      <p:boldItalic r:id="rId11"/>
    </p:embeddedFont>
    <p:embeddedFont>
      <p:font typeface="Open Sans"/>
      <p:bold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KFnJc44UMJ+EG8+cMa2aYXiGa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rialNarrow-boldItalic.fntdata"/><Relationship Id="rId10" Type="http://schemas.openxmlformats.org/officeDocument/2006/relationships/font" Target="fonts/ArialNarrow-italic.fntdata"/><Relationship Id="rId13" Type="http://schemas.openxmlformats.org/officeDocument/2006/relationships/font" Target="fonts/OpenSans-boldItalic.fntdata"/><Relationship Id="rId12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ArialNarrow-bold.fntdata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font" Target="fonts/Play-regular.fntdata"/><Relationship Id="rId7" Type="http://schemas.openxmlformats.org/officeDocument/2006/relationships/font" Target="fonts/Play-bold.fntdata"/><Relationship Id="rId8" Type="http://schemas.openxmlformats.org/officeDocument/2006/relationships/font" Target="fonts/ArialNarrow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401336" y="1143000"/>
            <a:ext cx="20553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2401336" y="1143000"/>
            <a:ext cx="20553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1645920" y="5387343"/>
            <a:ext cx="18653700" cy="11460600"/>
          </a:xfrm>
          <a:prstGeom prst="rect">
            <a:avLst/>
          </a:prstGeom>
          <a:noFill/>
          <a:ln>
            <a:noFill/>
          </a:ln>
        </p:spPr>
        <p:txBody>
          <a:bodyPr anchorCtr="0" anchor="b" bIns="149225" lIns="298525" spcFirstLastPara="1" rIns="298525" wrap="square" tIns="149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00"/>
              <a:buFont typeface="Play"/>
              <a:buNone/>
              <a:defRPr sz="14700"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2743200" y="17289783"/>
            <a:ext cx="16459200" cy="79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lvl="0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 sz="5900"/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6pPr>
            <a:lvl7pPr lvl="6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7pPr>
            <a:lvl8pPr lvl="7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8pPr>
            <a:lvl9pPr lvl="8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1508762" y="1752606"/>
            <a:ext cx="18928200" cy="63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1508762" y="8763001"/>
            <a:ext cx="18928200" cy="208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indent="-60325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1pPr>
            <a:lvl2pPr indent="-60325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2pPr>
            <a:lvl3pPr indent="-60325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3pPr>
            <a:lvl4pPr indent="-60325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4pPr>
            <a:lvl5pPr indent="-60325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5pPr>
            <a:lvl6pPr indent="-60325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6pPr>
            <a:lvl7pPr indent="-60325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7pPr>
            <a:lvl8pPr indent="-60325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8pPr>
            <a:lvl9pPr indent="-60325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1497331" y="8206749"/>
            <a:ext cx="18928200" cy="136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149225" lIns="298525" spcFirstLastPara="1" rIns="298525" wrap="square" tIns="1492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00"/>
              <a:buFont typeface="Play"/>
              <a:buNone/>
              <a:defRPr sz="14700"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1497331" y="22029429"/>
            <a:ext cx="18928200" cy="72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757575"/>
              </a:buClr>
              <a:buSzPts val="5900"/>
              <a:buNone/>
              <a:defRPr sz="5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4900"/>
              <a:buNone/>
              <a:defRPr sz="49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4400"/>
              <a:buNone/>
              <a:defRPr sz="4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3900"/>
              <a:buNone/>
              <a:defRPr sz="39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3900"/>
              <a:buNone/>
              <a:defRPr sz="39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3900"/>
              <a:buNone/>
              <a:defRPr sz="39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3900"/>
              <a:buNone/>
              <a:defRPr sz="39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3900"/>
              <a:buNone/>
              <a:defRPr sz="39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3900"/>
              <a:buNone/>
              <a:defRPr sz="39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1508762" y="1752606"/>
            <a:ext cx="18928200" cy="63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1508762" y="8763001"/>
            <a:ext cx="9327300" cy="208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indent="-60325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1pPr>
            <a:lvl2pPr indent="-60325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2pPr>
            <a:lvl3pPr indent="-60325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3pPr>
            <a:lvl4pPr indent="-60325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4pPr>
            <a:lvl5pPr indent="-60325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5pPr>
            <a:lvl6pPr indent="-60325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6pPr>
            <a:lvl7pPr indent="-60325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7pPr>
            <a:lvl8pPr indent="-60325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8pPr>
            <a:lvl9pPr indent="-60325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11109962" y="8763001"/>
            <a:ext cx="9327300" cy="208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indent="-60325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1pPr>
            <a:lvl2pPr indent="-60325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2pPr>
            <a:lvl3pPr indent="-60325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3pPr>
            <a:lvl4pPr indent="-60325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4pPr>
            <a:lvl5pPr indent="-60325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5pPr>
            <a:lvl6pPr indent="-60325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6pPr>
            <a:lvl7pPr indent="-60325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7pPr>
            <a:lvl8pPr indent="-60325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8pPr>
            <a:lvl9pPr indent="-60325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1511619" y="1752606"/>
            <a:ext cx="18928200" cy="63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1511619" y="8069581"/>
            <a:ext cx="9284100" cy="39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149225" lIns="298525" spcFirstLastPara="1" rIns="298525" wrap="square" tIns="1492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 b="1" sz="59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b="1" sz="49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b="1" sz="44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1511619" y="12024360"/>
            <a:ext cx="9284100" cy="176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indent="-60325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1pPr>
            <a:lvl2pPr indent="-60325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2pPr>
            <a:lvl3pPr indent="-60325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3pPr>
            <a:lvl4pPr indent="-60325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4pPr>
            <a:lvl5pPr indent="-60325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5pPr>
            <a:lvl6pPr indent="-60325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6pPr>
            <a:lvl7pPr indent="-60325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7pPr>
            <a:lvl8pPr indent="-60325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8pPr>
            <a:lvl9pPr indent="-60325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11109962" y="8069581"/>
            <a:ext cx="9329400" cy="39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149225" lIns="298525" spcFirstLastPara="1" rIns="298525" wrap="square" tIns="1492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 b="1" sz="59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b="1" sz="49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b="1" sz="44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11109962" y="12024360"/>
            <a:ext cx="9329400" cy="176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indent="-60325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1pPr>
            <a:lvl2pPr indent="-60325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2pPr>
            <a:lvl3pPr indent="-60325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3pPr>
            <a:lvl4pPr indent="-60325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4pPr>
            <a:lvl5pPr indent="-60325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5pPr>
            <a:lvl6pPr indent="-60325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6pPr>
            <a:lvl7pPr indent="-60325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7pPr>
            <a:lvl8pPr indent="-60325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8pPr>
            <a:lvl9pPr indent="-60325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1508762" y="1752606"/>
            <a:ext cx="18928200" cy="63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1511619" y="2194559"/>
            <a:ext cx="7078200" cy="7680600"/>
          </a:xfrm>
          <a:prstGeom prst="rect">
            <a:avLst/>
          </a:prstGeom>
          <a:noFill/>
          <a:ln>
            <a:noFill/>
          </a:ln>
        </p:spPr>
        <p:txBody>
          <a:bodyPr anchorCtr="0" anchor="b" bIns="149225" lIns="298525" spcFirstLastPara="1" rIns="298525" wrap="square" tIns="1492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Play"/>
              <a:buNone/>
              <a:defRPr sz="7800"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9329738" y="4739646"/>
            <a:ext cx="11110200" cy="23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indent="-72390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800"/>
              <a:buChar char="•"/>
              <a:defRPr sz="7800"/>
            </a:lvl1pPr>
            <a:lvl2pPr indent="-66675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900"/>
              <a:buChar char="•"/>
              <a:defRPr sz="6900"/>
            </a:lvl2pPr>
            <a:lvl3pPr indent="-60325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 sz="5900"/>
            </a:lvl3pPr>
            <a:lvl4pPr indent="-53975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Char char="•"/>
              <a:defRPr sz="4900"/>
            </a:lvl4pPr>
            <a:lvl5pPr indent="-53975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Char char="•"/>
              <a:defRPr sz="4900"/>
            </a:lvl5pPr>
            <a:lvl6pPr indent="-53975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Char char="•"/>
              <a:defRPr sz="4900"/>
            </a:lvl6pPr>
            <a:lvl7pPr indent="-53975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Char char="•"/>
              <a:defRPr sz="4900"/>
            </a:lvl7pPr>
            <a:lvl8pPr indent="-53975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Char char="•"/>
              <a:defRPr sz="4900"/>
            </a:lvl8pPr>
            <a:lvl9pPr indent="-53975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Char char="•"/>
              <a:defRPr sz="49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1511619" y="9875522"/>
            <a:ext cx="7078200" cy="18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1511619" y="2194559"/>
            <a:ext cx="7078200" cy="7680600"/>
          </a:xfrm>
          <a:prstGeom prst="rect">
            <a:avLst/>
          </a:prstGeom>
          <a:noFill/>
          <a:ln>
            <a:noFill/>
          </a:ln>
        </p:spPr>
        <p:txBody>
          <a:bodyPr anchorCtr="0" anchor="b" bIns="149225" lIns="298525" spcFirstLastPara="1" rIns="298525" wrap="square" tIns="1492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Play"/>
              <a:buNone/>
              <a:defRPr sz="7800"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9329738" y="4739646"/>
            <a:ext cx="11110200" cy="233937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1511619" y="9875522"/>
            <a:ext cx="7078200" cy="18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1508762" y="1752606"/>
            <a:ext cx="18928200" cy="63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529592" y="9742051"/>
            <a:ext cx="20886300" cy="18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indent="-60325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1pPr>
            <a:lvl2pPr indent="-60325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2pPr>
            <a:lvl3pPr indent="-60325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3pPr>
            <a:lvl4pPr indent="-60325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4pPr>
            <a:lvl5pPr indent="-60325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5pPr>
            <a:lvl6pPr indent="-60325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6pPr>
            <a:lvl7pPr indent="-60325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7pPr>
            <a:lvl8pPr indent="-60325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8pPr>
            <a:lvl9pPr indent="-60325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4122542" y="13335000"/>
            <a:ext cx="27896700" cy="47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-5478748" y="8740050"/>
            <a:ext cx="27896700" cy="139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indent="-60325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1pPr>
            <a:lvl2pPr indent="-60325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2pPr>
            <a:lvl3pPr indent="-60325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3pPr>
            <a:lvl4pPr indent="-60325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4pPr>
            <a:lvl5pPr indent="-60325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5pPr>
            <a:lvl6pPr indent="-60325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6pPr>
            <a:lvl7pPr indent="-60325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7pPr>
            <a:lvl8pPr indent="-60325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8pPr>
            <a:lvl9pPr indent="-60325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1508762" y="1752606"/>
            <a:ext cx="18928200" cy="63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Play"/>
              <a:buNone/>
              <a:defRPr b="0" i="0" sz="10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1508762" y="8763001"/>
            <a:ext cx="18928200" cy="208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indent="-666750" lvl="0" marL="4572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6900"/>
              <a:buFont typeface="Arial"/>
              <a:buChar char="•"/>
              <a:defRPr b="0" i="0" sz="6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60325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Arial"/>
              <a:buChar char="•"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53975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Char char="•"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5080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5080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080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08000" lvl="6" marL="3200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08000" lvl="7" marL="3657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08000" lvl="8" marL="4114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2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2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https://dabeastservice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0" y="-326828"/>
            <a:ext cx="21945600" cy="3352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0" y="5297875"/>
            <a:ext cx="21945600" cy="279021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11204134" y="14493180"/>
            <a:ext cx="10168200" cy="6187200"/>
          </a:xfrm>
          <a:prstGeom prst="roundRect">
            <a:avLst>
              <a:gd fmla="val 4489" name="adj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4721363" y="857002"/>
            <a:ext cx="17097600" cy="19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DaBeast Catering LLC</a:t>
            </a:r>
            <a:endParaRPr sz="4600"/>
          </a:p>
        </p:txBody>
      </p:sp>
      <p:pic>
        <p:nvPicPr>
          <p:cNvPr descr="A bull face with horns&#10;&#10;Description automatically generated" id="93" name="Google Shape;9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8621" y="887749"/>
            <a:ext cx="3582738" cy="358274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>
          <a:xfrm>
            <a:off x="573151" y="6257975"/>
            <a:ext cx="10631100" cy="12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Breakfast</a:t>
            </a:r>
            <a:br>
              <a:rPr b="0" i="0" lang="en-US" sz="118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59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933450" lvl="0" marL="927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Monte Cristo w/ House Syrup ……………………………… </a:t>
            </a:r>
            <a:r>
              <a:rPr b="1"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15</a:t>
            </a:r>
            <a:endParaRPr sz="4600"/>
          </a:p>
          <a:p>
            <a:pPr indent="0" lvl="1" marL="1498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9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933450" lvl="0" marL="927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Waffle Breakfast Tacos ….. </a:t>
            </a:r>
            <a:r>
              <a:rPr b="1"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16</a:t>
            </a:r>
            <a:br>
              <a:rPr lang="en-US" sz="16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26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1" marL="1498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46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Made from the freshest plantains</a:t>
            </a:r>
            <a:endParaRPr b="0" i="1" sz="59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9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933450" lvl="0" marL="927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Signature French Toast …. </a:t>
            </a:r>
            <a:r>
              <a:rPr b="1"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13</a:t>
            </a:r>
            <a:endParaRPr sz="4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9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1123950" lvl="0" marL="1117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Queso Frito ……………… </a:t>
            </a:r>
            <a:r>
              <a:rPr b="1"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12</a:t>
            </a:r>
            <a:endParaRPr sz="4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	</a:t>
            </a:r>
            <a:r>
              <a:rPr i="1" lang="en-US" sz="46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Fried cheese w/guava</a:t>
            </a:r>
            <a:r>
              <a:rPr i="1" lang="en-US" sz="46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i="1" lang="en-US" sz="46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marmalade</a:t>
            </a:r>
            <a:endParaRPr sz="4600"/>
          </a:p>
        </p:txBody>
      </p:sp>
      <p:sp>
        <p:nvSpPr>
          <p:cNvPr id="95" name="Google Shape;95;p1"/>
          <p:cNvSpPr txBox="1"/>
          <p:nvPr/>
        </p:nvSpPr>
        <p:spPr>
          <a:xfrm>
            <a:off x="11393984" y="6257990"/>
            <a:ext cx="9859200" cy="147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Lunch / Dinner</a:t>
            </a:r>
            <a:br>
              <a:rPr lang="en-US" sz="1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59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933450" lvl="0" marL="927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Arroz con Pollo Plate  ….… </a:t>
            </a:r>
            <a:r>
              <a:rPr b="1"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14</a:t>
            </a: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endParaRPr sz="4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	</a:t>
            </a:r>
            <a:r>
              <a:rPr lang="en-US" sz="46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Rice, beans w/ smoked chicken</a:t>
            </a:r>
            <a:endParaRPr sz="4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9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933450" lvl="0" marL="927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Pinchos ……………………. </a:t>
            </a:r>
            <a:r>
              <a:rPr b="1"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16</a:t>
            </a:r>
            <a:endParaRPr sz="4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	</a:t>
            </a:r>
            <a:r>
              <a:rPr i="1" lang="en-US" sz="46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Smoked chicken skewers</a:t>
            </a:r>
            <a:r>
              <a:rPr lang="en-US" sz="46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 </a:t>
            </a:r>
            <a:endParaRPr sz="4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9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Sides</a:t>
            </a:r>
            <a:endParaRPr sz="4600"/>
          </a:p>
          <a:p>
            <a:pPr indent="-1123950" lvl="0" marL="1117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Platanos Maduros .............. </a:t>
            </a:r>
            <a:r>
              <a:rPr b="1"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4</a:t>
            </a:r>
            <a:endParaRPr sz="4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	</a:t>
            </a:r>
            <a:r>
              <a:rPr i="1" lang="en-US" sz="46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Sweet plaintains</a:t>
            </a:r>
            <a:endParaRPr i="1" sz="46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1123950" lvl="0" marL="1117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Tostones …………………… </a:t>
            </a:r>
            <a:r>
              <a:rPr b="1"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4</a:t>
            </a:r>
            <a:endParaRPr sz="4600"/>
          </a:p>
          <a:p>
            <a:pPr indent="0" lvl="1" marL="1498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46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Crisped plantains</a:t>
            </a:r>
            <a:endParaRPr b="0" i="0" sz="46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1123950" lvl="0" marL="1117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Arroz con Pollo ……………. </a:t>
            </a:r>
            <a:r>
              <a:rPr b="1"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4</a:t>
            </a:r>
            <a:br>
              <a:rPr b="1" lang="en-US" sz="16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b="1" sz="26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26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982914" y="20452646"/>
            <a:ext cx="10221000" cy="73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Desserts</a:t>
            </a:r>
            <a:endParaRPr b="1" sz="78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558800" lvl="0" marL="927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Arial"/>
              <a:buNone/>
            </a:pPr>
            <a:r>
              <a:t/>
            </a:r>
            <a:endParaRPr sz="59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933450" lvl="0" marL="927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Fried Oreos ……………….. </a:t>
            </a:r>
            <a:r>
              <a:rPr b="1"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5</a:t>
            </a:r>
            <a:endParaRPr sz="4600"/>
          </a:p>
          <a:p>
            <a:pPr indent="-933450" lvl="0" marL="927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Fried Cheesecake Bites …. </a:t>
            </a:r>
            <a:r>
              <a:rPr b="1"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6</a:t>
            </a:r>
            <a:endParaRPr sz="4600"/>
          </a:p>
          <a:p>
            <a:pPr indent="-933450" lvl="0" marL="927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Limber De Coco (Ice Cream) …………………………….… </a:t>
            </a:r>
            <a:r>
              <a:rPr b="1"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5</a:t>
            </a:r>
            <a:endParaRPr b="1" sz="4600">
              <a:solidFill>
                <a:srgbClr val="8CD872"/>
              </a:solidFill>
            </a:endParaRPr>
          </a:p>
        </p:txBody>
      </p:sp>
      <p:cxnSp>
        <p:nvCxnSpPr>
          <p:cNvPr id="97" name="Google Shape;97;p1"/>
          <p:cNvCxnSpPr/>
          <p:nvPr/>
        </p:nvCxnSpPr>
        <p:spPr>
          <a:xfrm>
            <a:off x="497853" y="8522893"/>
            <a:ext cx="20755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" name="Google Shape;98;p1"/>
          <p:cNvCxnSpPr/>
          <p:nvPr/>
        </p:nvCxnSpPr>
        <p:spPr>
          <a:xfrm>
            <a:off x="497853" y="22785060"/>
            <a:ext cx="20755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" name="Google Shape;99;p1"/>
          <p:cNvSpPr txBox="1"/>
          <p:nvPr/>
        </p:nvSpPr>
        <p:spPr>
          <a:xfrm>
            <a:off x="11416931" y="20452627"/>
            <a:ext cx="9859200" cy="117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Beverages</a:t>
            </a:r>
            <a:endParaRPr sz="4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9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9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933450" lvl="0" marL="927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Guanabana ………………... </a:t>
            </a:r>
            <a:r>
              <a:rPr b="1"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4</a:t>
            </a:r>
            <a:endParaRPr sz="4600"/>
          </a:p>
          <a:p>
            <a:pPr indent="-1041400" lvl="1" marL="29845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 Narrow"/>
              <a:buChar char="○"/>
            </a:pPr>
            <a:r>
              <a:rPr i="1" lang="en-US" sz="46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Creamy tart drink derived from 	indigenous fruit </a:t>
            </a:r>
            <a:r>
              <a:rPr lang="en-US" sz="46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☺</a:t>
            </a:r>
            <a:br>
              <a:rPr lang="en-US" sz="46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59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933450" lvl="0" marL="927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Tamarindo …………………. </a:t>
            </a:r>
            <a:r>
              <a:rPr b="1"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4</a:t>
            </a:r>
            <a:br>
              <a:rPr lang="en-US" sz="46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59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933450" lvl="0" marL="927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Soft Drinks …………………. </a:t>
            </a:r>
            <a:r>
              <a:rPr b="1"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3</a:t>
            </a:r>
            <a:b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59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933450" lvl="0" marL="927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Water ……………………….. </a:t>
            </a:r>
            <a:r>
              <a:rPr b="1"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3</a:t>
            </a:r>
            <a:endParaRPr sz="4600"/>
          </a:p>
        </p:txBody>
      </p:sp>
      <p:pic>
        <p:nvPicPr>
          <p:cNvPr descr="A qr code with black squares&#10;&#10;Description automatically generated" id="100" name="Google Shape;10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4643" y="28064438"/>
            <a:ext cx="2560503" cy="2560503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 txBox="1"/>
          <p:nvPr/>
        </p:nvSpPr>
        <p:spPr>
          <a:xfrm>
            <a:off x="480637" y="30918962"/>
            <a:ext cx="9708600" cy="1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5200">
                <a:solidFill>
                  <a:schemeClr val="lt1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https://dabeastservices.com</a:t>
            </a:r>
            <a:endParaRPr i="1" sz="5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11914874" y="2932280"/>
            <a:ext cx="9065400" cy="1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5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(719) 551-9409</a:t>
            </a:r>
            <a:endParaRPr sz="4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2024-05-17T02:02:58Z</dcterms:created>
  <dc:creator>Simeon Wuthier</dc:creator>
</cp:coreProperties>
</file>